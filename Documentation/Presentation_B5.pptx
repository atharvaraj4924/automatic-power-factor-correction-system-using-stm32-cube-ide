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2" r:id="rId9"/>
    <p:sldId id="264" r:id="rId10"/>
    <p:sldId id="265" r:id="rId11"/>
    <p:sldId id="266" r:id="rId12"/>
    <p:sldId id="267" r:id="rId13"/>
    <p:sldId id="268" r:id="rId14"/>
    <p:sldId id="269"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59" autoAdjust="0"/>
    <p:restoredTop sz="94660"/>
  </p:normalViewPr>
  <p:slideViewPr>
    <p:cSldViewPr snapToGrid="0">
      <p:cViewPr varScale="1">
        <p:scale>
          <a:sx n="78" d="100"/>
          <a:sy n="78" d="100"/>
        </p:scale>
        <p:origin x="917"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0F518-CEB2-E8C2-F95C-D799213C31B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F692F95-986C-3216-F8FB-48B3080618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DD48B64-BABC-C1E5-B767-EAB575F1DA3F}"/>
              </a:ext>
            </a:extLst>
          </p:cNvPr>
          <p:cNvSpPr>
            <a:spLocks noGrp="1"/>
          </p:cNvSpPr>
          <p:nvPr>
            <p:ph type="dt" sz="half" idx="10"/>
          </p:nvPr>
        </p:nvSpPr>
        <p:spPr/>
        <p:txBody>
          <a:bodyPr/>
          <a:lstStyle/>
          <a:p>
            <a:fld id="{7216C225-480B-41DD-88F7-0AF468A0EFCD}" type="datetimeFigureOut">
              <a:rPr lang="en-US" smtClean="0"/>
              <a:t>10/6/2026</a:t>
            </a:fld>
            <a:endParaRPr lang="en-US"/>
          </a:p>
        </p:txBody>
      </p:sp>
      <p:sp>
        <p:nvSpPr>
          <p:cNvPr id="5" name="Footer Placeholder 4">
            <a:extLst>
              <a:ext uri="{FF2B5EF4-FFF2-40B4-BE49-F238E27FC236}">
                <a16:creationId xmlns:a16="http://schemas.microsoft.com/office/drawing/2014/main" id="{16324662-280B-D3EB-EF18-66954F11BF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407FE4-8CCB-A918-DA5C-8E9314EB4985}"/>
              </a:ext>
            </a:extLst>
          </p:cNvPr>
          <p:cNvSpPr>
            <a:spLocks noGrp="1"/>
          </p:cNvSpPr>
          <p:nvPr>
            <p:ph type="sldNum" sz="quarter" idx="12"/>
          </p:nvPr>
        </p:nvSpPr>
        <p:spPr/>
        <p:txBody>
          <a:bodyPr/>
          <a:lstStyle/>
          <a:p>
            <a:fld id="{7092EABA-AB5E-4B5A-A77E-89F542DE001D}" type="slidenum">
              <a:rPr lang="en-US" smtClean="0"/>
              <a:t>‹#›</a:t>
            </a:fld>
            <a:endParaRPr lang="en-US"/>
          </a:p>
        </p:txBody>
      </p:sp>
    </p:spTree>
    <p:extLst>
      <p:ext uri="{BB962C8B-B14F-4D97-AF65-F5344CB8AC3E}">
        <p14:creationId xmlns:p14="http://schemas.microsoft.com/office/powerpoint/2010/main" val="16579689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4C131-6352-0ECB-436A-DDBF28CCE5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DEF54C-5BDF-71AC-8E73-D09D7445B1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F8A0CF-BBF2-65E4-6F35-A9782101E414}"/>
              </a:ext>
            </a:extLst>
          </p:cNvPr>
          <p:cNvSpPr>
            <a:spLocks noGrp="1"/>
          </p:cNvSpPr>
          <p:nvPr>
            <p:ph type="dt" sz="half" idx="10"/>
          </p:nvPr>
        </p:nvSpPr>
        <p:spPr/>
        <p:txBody>
          <a:bodyPr/>
          <a:lstStyle/>
          <a:p>
            <a:fld id="{7216C225-480B-41DD-88F7-0AF468A0EFCD}" type="datetimeFigureOut">
              <a:rPr lang="en-US" smtClean="0"/>
              <a:t>10/6/2026</a:t>
            </a:fld>
            <a:endParaRPr lang="en-US"/>
          </a:p>
        </p:txBody>
      </p:sp>
      <p:sp>
        <p:nvSpPr>
          <p:cNvPr id="5" name="Footer Placeholder 4">
            <a:extLst>
              <a:ext uri="{FF2B5EF4-FFF2-40B4-BE49-F238E27FC236}">
                <a16:creationId xmlns:a16="http://schemas.microsoft.com/office/drawing/2014/main" id="{42ABED37-8C8E-47F0-0F89-A5C5646530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7F49E7-4E3F-10DD-F193-B0C6EF14CE7F}"/>
              </a:ext>
            </a:extLst>
          </p:cNvPr>
          <p:cNvSpPr>
            <a:spLocks noGrp="1"/>
          </p:cNvSpPr>
          <p:nvPr>
            <p:ph type="sldNum" sz="quarter" idx="12"/>
          </p:nvPr>
        </p:nvSpPr>
        <p:spPr/>
        <p:txBody>
          <a:bodyPr/>
          <a:lstStyle/>
          <a:p>
            <a:fld id="{7092EABA-AB5E-4B5A-A77E-89F542DE001D}" type="slidenum">
              <a:rPr lang="en-US" smtClean="0"/>
              <a:t>‹#›</a:t>
            </a:fld>
            <a:endParaRPr lang="en-US"/>
          </a:p>
        </p:txBody>
      </p:sp>
    </p:spTree>
    <p:extLst>
      <p:ext uri="{BB962C8B-B14F-4D97-AF65-F5344CB8AC3E}">
        <p14:creationId xmlns:p14="http://schemas.microsoft.com/office/powerpoint/2010/main" val="3212946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1A02D-2D57-0483-28C0-DECDE204D4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820F250-9BD1-1D5A-6525-E4198CD9D61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2126DA-71C3-3A03-DEF9-C3E6612631E4}"/>
              </a:ext>
            </a:extLst>
          </p:cNvPr>
          <p:cNvSpPr>
            <a:spLocks noGrp="1"/>
          </p:cNvSpPr>
          <p:nvPr>
            <p:ph type="dt" sz="half" idx="10"/>
          </p:nvPr>
        </p:nvSpPr>
        <p:spPr/>
        <p:txBody>
          <a:bodyPr/>
          <a:lstStyle/>
          <a:p>
            <a:fld id="{7216C225-480B-41DD-88F7-0AF468A0EFCD}" type="datetimeFigureOut">
              <a:rPr lang="en-US" smtClean="0"/>
              <a:t>10/6/2026</a:t>
            </a:fld>
            <a:endParaRPr lang="en-US"/>
          </a:p>
        </p:txBody>
      </p:sp>
      <p:sp>
        <p:nvSpPr>
          <p:cNvPr id="5" name="Footer Placeholder 4">
            <a:extLst>
              <a:ext uri="{FF2B5EF4-FFF2-40B4-BE49-F238E27FC236}">
                <a16:creationId xmlns:a16="http://schemas.microsoft.com/office/drawing/2014/main" id="{EAD769BE-6C61-C896-802A-0F99A8F33B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5417D8-1813-41F3-6946-D4EFD71378F0}"/>
              </a:ext>
            </a:extLst>
          </p:cNvPr>
          <p:cNvSpPr>
            <a:spLocks noGrp="1"/>
          </p:cNvSpPr>
          <p:nvPr>
            <p:ph type="sldNum" sz="quarter" idx="12"/>
          </p:nvPr>
        </p:nvSpPr>
        <p:spPr/>
        <p:txBody>
          <a:bodyPr/>
          <a:lstStyle/>
          <a:p>
            <a:fld id="{7092EABA-AB5E-4B5A-A77E-89F542DE001D}" type="slidenum">
              <a:rPr lang="en-US" smtClean="0"/>
              <a:t>‹#›</a:t>
            </a:fld>
            <a:endParaRPr lang="en-US"/>
          </a:p>
        </p:txBody>
      </p:sp>
    </p:spTree>
    <p:extLst>
      <p:ext uri="{BB962C8B-B14F-4D97-AF65-F5344CB8AC3E}">
        <p14:creationId xmlns:p14="http://schemas.microsoft.com/office/powerpoint/2010/main" val="27743295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9ADA4-66EC-224A-CBB4-09830E958C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986362-7BC0-2B18-0AA0-7EA4885E6B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1135583-B50E-16C4-5077-E508B21E8D1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E2E8913-CD7B-94CB-EDB3-4819A59F176C}"/>
              </a:ext>
            </a:extLst>
          </p:cNvPr>
          <p:cNvSpPr>
            <a:spLocks noGrp="1"/>
          </p:cNvSpPr>
          <p:nvPr>
            <p:ph type="dt" sz="half" idx="10"/>
          </p:nvPr>
        </p:nvSpPr>
        <p:spPr/>
        <p:txBody>
          <a:bodyPr/>
          <a:lstStyle/>
          <a:p>
            <a:fld id="{7216C225-480B-41DD-88F7-0AF468A0EFCD}" type="datetimeFigureOut">
              <a:rPr lang="en-US" smtClean="0"/>
              <a:t>10/6/2026</a:t>
            </a:fld>
            <a:endParaRPr lang="en-US"/>
          </a:p>
        </p:txBody>
      </p:sp>
      <p:sp>
        <p:nvSpPr>
          <p:cNvPr id="6" name="Footer Placeholder 5">
            <a:extLst>
              <a:ext uri="{FF2B5EF4-FFF2-40B4-BE49-F238E27FC236}">
                <a16:creationId xmlns:a16="http://schemas.microsoft.com/office/drawing/2014/main" id="{8BFA937D-68D5-802A-945A-595BCB6035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772EB3-BBD3-367C-4E3D-2754A3E21C9A}"/>
              </a:ext>
            </a:extLst>
          </p:cNvPr>
          <p:cNvSpPr>
            <a:spLocks noGrp="1"/>
          </p:cNvSpPr>
          <p:nvPr>
            <p:ph type="sldNum" sz="quarter" idx="12"/>
          </p:nvPr>
        </p:nvSpPr>
        <p:spPr/>
        <p:txBody>
          <a:bodyPr/>
          <a:lstStyle/>
          <a:p>
            <a:fld id="{7092EABA-AB5E-4B5A-A77E-89F542DE001D}" type="slidenum">
              <a:rPr lang="en-US" smtClean="0"/>
              <a:t>‹#›</a:t>
            </a:fld>
            <a:endParaRPr lang="en-US"/>
          </a:p>
        </p:txBody>
      </p:sp>
    </p:spTree>
    <p:extLst>
      <p:ext uri="{BB962C8B-B14F-4D97-AF65-F5344CB8AC3E}">
        <p14:creationId xmlns:p14="http://schemas.microsoft.com/office/powerpoint/2010/main" val="217820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C30F4-24C5-900F-84A6-4B9250FCF86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9A2F8E3-EE19-51D1-BDFB-52DE0FC5CC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A68EEB-C7BD-B7E1-51B3-18BED08C082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60F2FAF-B917-A39C-3624-D668E631B3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3E48889-A67C-15AB-9050-089E601DC5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235C8E-01D4-4628-43A4-182418429A3E}"/>
              </a:ext>
            </a:extLst>
          </p:cNvPr>
          <p:cNvSpPr>
            <a:spLocks noGrp="1"/>
          </p:cNvSpPr>
          <p:nvPr>
            <p:ph type="dt" sz="half" idx="10"/>
          </p:nvPr>
        </p:nvSpPr>
        <p:spPr/>
        <p:txBody>
          <a:bodyPr/>
          <a:lstStyle/>
          <a:p>
            <a:fld id="{7216C225-480B-41DD-88F7-0AF468A0EFCD}" type="datetimeFigureOut">
              <a:rPr lang="en-US" smtClean="0"/>
              <a:t>10/6/2026</a:t>
            </a:fld>
            <a:endParaRPr lang="en-US"/>
          </a:p>
        </p:txBody>
      </p:sp>
      <p:sp>
        <p:nvSpPr>
          <p:cNvPr id="8" name="Footer Placeholder 7">
            <a:extLst>
              <a:ext uri="{FF2B5EF4-FFF2-40B4-BE49-F238E27FC236}">
                <a16:creationId xmlns:a16="http://schemas.microsoft.com/office/drawing/2014/main" id="{150E3AEB-88B8-4822-2469-132CFBBBFF4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327C1F6-7E68-E555-8554-4FCD54F62503}"/>
              </a:ext>
            </a:extLst>
          </p:cNvPr>
          <p:cNvSpPr>
            <a:spLocks noGrp="1"/>
          </p:cNvSpPr>
          <p:nvPr>
            <p:ph type="sldNum" sz="quarter" idx="12"/>
          </p:nvPr>
        </p:nvSpPr>
        <p:spPr/>
        <p:txBody>
          <a:bodyPr/>
          <a:lstStyle/>
          <a:p>
            <a:fld id="{7092EABA-AB5E-4B5A-A77E-89F542DE001D}" type="slidenum">
              <a:rPr lang="en-US" smtClean="0"/>
              <a:t>‹#›</a:t>
            </a:fld>
            <a:endParaRPr lang="en-US"/>
          </a:p>
        </p:txBody>
      </p:sp>
    </p:spTree>
    <p:extLst>
      <p:ext uri="{BB962C8B-B14F-4D97-AF65-F5344CB8AC3E}">
        <p14:creationId xmlns:p14="http://schemas.microsoft.com/office/powerpoint/2010/main" val="585747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B06DA-83E6-B3FB-EF92-4AAA8764A9B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D889D89-FFA9-FC2D-27E6-53DAAE31DFD5}"/>
              </a:ext>
            </a:extLst>
          </p:cNvPr>
          <p:cNvSpPr>
            <a:spLocks noGrp="1"/>
          </p:cNvSpPr>
          <p:nvPr>
            <p:ph type="dt" sz="half" idx="10"/>
          </p:nvPr>
        </p:nvSpPr>
        <p:spPr/>
        <p:txBody>
          <a:bodyPr/>
          <a:lstStyle/>
          <a:p>
            <a:fld id="{7216C225-480B-41DD-88F7-0AF468A0EFCD}" type="datetimeFigureOut">
              <a:rPr lang="en-US" smtClean="0"/>
              <a:t>10/6/2026</a:t>
            </a:fld>
            <a:endParaRPr lang="en-US"/>
          </a:p>
        </p:txBody>
      </p:sp>
      <p:sp>
        <p:nvSpPr>
          <p:cNvPr id="4" name="Footer Placeholder 3">
            <a:extLst>
              <a:ext uri="{FF2B5EF4-FFF2-40B4-BE49-F238E27FC236}">
                <a16:creationId xmlns:a16="http://schemas.microsoft.com/office/drawing/2014/main" id="{979A4968-281C-52C2-9C12-6BA8920FDF9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5F5D55-14EE-BBA9-18CD-73E1110D6510}"/>
              </a:ext>
            </a:extLst>
          </p:cNvPr>
          <p:cNvSpPr>
            <a:spLocks noGrp="1"/>
          </p:cNvSpPr>
          <p:nvPr>
            <p:ph type="sldNum" sz="quarter" idx="12"/>
          </p:nvPr>
        </p:nvSpPr>
        <p:spPr/>
        <p:txBody>
          <a:bodyPr/>
          <a:lstStyle/>
          <a:p>
            <a:fld id="{7092EABA-AB5E-4B5A-A77E-89F542DE001D}" type="slidenum">
              <a:rPr lang="en-US" smtClean="0"/>
              <a:t>‹#›</a:t>
            </a:fld>
            <a:endParaRPr lang="en-US"/>
          </a:p>
        </p:txBody>
      </p:sp>
    </p:spTree>
    <p:extLst>
      <p:ext uri="{BB962C8B-B14F-4D97-AF65-F5344CB8AC3E}">
        <p14:creationId xmlns:p14="http://schemas.microsoft.com/office/powerpoint/2010/main" val="3589254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BD3EAC-333F-1A4B-51D2-0AB658E6CDBE}"/>
              </a:ext>
            </a:extLst>
          </p:cNvPr>
          <p:cNvSpPr>
            <a:spLocks noGrp="1"/>
          </p:cNvSpPr>
          <p:nvPr>
            <p:ph type="dt" sz="half" idx="10"/>
          </p:nvPr>
        </p:nvSpPr>
        <p:spPr/>
        <p:txBody>
          <a:bodyPr/>
          <a:lstStyle/>
          <a:p>
            <a:fld id="{7216C225-480B-41DD-88F7-0AF468A0EFCD}" type="datetimeFigureOut">
              <a:rPr lang="en-US" smtClean="0"/>
              <a:t>10/6/2026</a:t>
            </a:fld>
            <a:endParaRPr lang="en-US"/>
          </a:p>
        </p:txBody>
      </p:sp>
      <p:sp>
        <p:nvSpPr>
          <p:cNvPr id="3" name="Footer Placeholder 2">
            <a:extLst>
              <a:ext uri="{FF2B5EF4-FFF2-40B4-BE49-F238E27FC236}">
                <a16:creationId xmlns:a16="http://schemas.microsoft.com/office/drawing/2014/main" id="{318DF997-474C-48C9-E374-8C229F06ED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DC2D20-9E0D-C2C6-1D55-2E3E3139B476}"/>
              </a:ext>
            </a:extLst>
          </p:cNvPr>
          <p:cNvSpPr>
            <a:spLocks noGrp="1"/>
          </p:cNvSpPr>
          <p:nvPr>
            <p:ph type="sldNum" sz="quarter" idx="12"/>
          </p:nvPr>
        </p:nvSpPr>
        <p:spPr/>
        <p:txBody>
          <a:bodyPr/>
          <a:lstStyle/>
          <a:p>
            <a:fld id="{7092EABA-AB5E-4B5A-A77E-89F542DE001D}" type="slidenum">
              <a:rPr lang="en-US" smtClean="0"/>
              <a:t>‹#›</a:t>
            </a:fld>
            <a:endParaRPr lang="en-US"/>
          </a:p>
        </p:txBody>
      </p:sp>
    </p:spTree>
    <p:extLst>
      <p:ext uri="{BB962C8B-B14F-4D97-AF65-F5344CB8AC3E}">
        <p14:creationId xmlns:p14="http://schemas.microsoft.com/office/powerpoint/2010/main" val="1708511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D6344-8CA6-9F2C-E6C8-B802DFB7E6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1385316-3CA7-583F-32D8-7E4A371F2E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5C156D-9224-A250-B616-E3AF504AF3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A2B5CB-BFDF-9FB8-BB65-684EFF3FA84F}"/>
              </a:ext>
            </a:extLst>
          </p:cNvPr>
          <p:cNvSpPr>
            <a:spLocks noGrp="1"/>
          </p:cNvSpPr>
          <p:nvPr>
            <p:ph type="dt" sz="half" idx="10"/>
          </p:nvPr>
        </p:nvSpPr>
        <p:spPr/>
        <p:txBody>
          <a:bodyPr/>
          <a:lstStyle/>
          <a:p>
            <a:fld id="{7216C225-480B-41DD-88F7-0AF468A0EFCD}" type="datetimeFigureOut">
              <a:rPr lang="en-US" smtClean="0"/>
              <a:t>10/6/2026</a:t>
            </a:fld>
            <a:endParaRPr lang="en-US"/>
          </a:p>
        </p:txBody>
      </p:sp>
      <p:sp>
        <p:nvSpPr>
          <p:cNvPr id="6" name="Footer Placeholder 5">
            <a:extLst>
              <a:ext uri="{FF2B5EF4-FFF2-40B4-BE49-F238E27FC236}">
                <a16:creationId xmlns:a16="http://schemas.microsoft.com/office/drawing/2014/main" id="{4B5962D7-05D2-1878-5BA8-4861BBF1F6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882051-405D-1A03-C131-04E61DC83592}"/>
              </a:ext>
            </a:extLst>
          </p:cNvPr>
          <p:cNvSpPr>
            <a:spLocks noGrp="1"/>
          </p:cNvSpPr>
          <p:nvPr>
            <p:ph type="sldNum" sz="quarter" idx="12"/>
          </p:nvPr>
        </p:nvSpPr>
        <p:spPr/>
        <p:txBody>
          <a:bodyPr/>
          <a:lstStyle/>
          <a:p>
            <a:fld id="{7092EABA-AB5E-4B5A-A77E-89F542DE001D}" type="slidenum">
              <a:rPr lang="en-US" smtClean="0"/>
              <a:t>‹#›</a:t>
            </a:fld>
            <a:endParaRPr lang="en-US"/>
          </a:p>
        </p:txBody>
      </p:sp>
    </p:spTree>
    <p:extLst>
      <p:ext uri="{BB962C8B-B14F-4D97-AF65-F5344CB8AC3E}">
        <p14:creationId xmlns:p14="http://schemas.microsoft.com/office/powerpoint/2010/main" val="2285644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C95A0-0A9C-2A7A-4ADD-D615F0126A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62E4D5F-BAA0-AF91-E5A5-984EC6FF59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6838359-C72D-870A-8274-541C94F2AE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A2E810-801A-4CB4-D5D5-92226251DDD7}"/>
              </a:ext>
            </a:extLst>
          </p:cNvPr>
          <p:cNvSpPr>
            <a:spLocks noGrp="1"/>
          </p:cNvSpPr>
          <p:nvPr>
            <p:ph type="dt" sz="half" idx="10"/>
          </p:nvPr>
        </p:nvSpPr>
        <p:spPr/>
        <p:txBody>
          <a:bodyPr/>
          <a:lstStyle/>
          <a:p>
            <a:fld id="{7216C225-480B-41DD-88F7-0AF468A0EFCD}" type="datetimeFigureOut">
              <a:rPr lang="en-US" smtClean="0"/>
              <a:t>10/6/2026</a:t>
            </a:fld>
            <a:endParaRPr lang="en-US"/>
          </a:p>
        </p:txBody>
      </p:sp>
      <p:sp>
        <p:nvSpPr>
          <p:cNvPr id="6" name="Footer Placeholder 5">
            <a:extLst>
              <a:ext uri="{FF2B5EF4-FFF2-40B4-BE49-F238E27FC236}">
                <a16:creationId xmlns:a16="http://schemas.microsoft.com/office/drawing/2014/main" id="{4361E99D-2D2A-1955-7895-E4D99327F6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E86E9D-C5DA-4CFA-4FE0-23931E666ECC}"/>
              </a:ext>
            </a:extLst>
          </p:cNvPr>
          <p:cNvSpPr>
            <a:spLocks noGrp="1"/>
          </p:cNvSpPr>
          <p:nvPr>
            <p:ph type="sldNum" sz="quarter" idx="12"/>
          </p:nvPr>
        </p:nvSpPr>
        <p:spPr/>
        <p:txBody>
          <a:bodyPr/>
          <a:lstStyle/>
          <a:p>
            <a:fld id="{7092EABA-AB5E-4B5A-A77E-89F542DE001D}" type="slidenum">
              <a:rPr lang="en-US" smtClean="0"/>
              <a:t>‹#›</a:t>
            </a:fld>
            <a:endParaRPr lang="en-US"/>
          </a:p>
        </p:txBody>
      </p:sp>
    </p:spTree>
    <p:extLst>
      <p:ext uri="{BB962C8B-B14F-4D97-AF65-F5344CB8AC3E}">
        <p14:creationId xmlns:p14="http://schemas.microsoft.com/office/powerpoint/2010/main" val="427884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FAEA4-EEA8-D6D1-D264-DBFD0E8BF8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0FD4FD7-AADC-972E-CDE5-02B5C9DBE2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7EEDC5-CA67-5E73-AE9B-C5C96E5704FD}"/>
              </a:ext>
            </a:extLst>
          </p:cNvPr>
          <p:cNvSpPr>
            <a:spLocks noGrp="1"/>
          </p:cNvSpPr>
          <p:nvPr>
            <p:ph type="dt" sz="half" idx="10"/>
          </p:nvPr>
        </p:nvSpPr>
        <p:spPr/>
        <p:txBody>
          <a:bodyPr/>
          <a:lstStyle/>
          <a:p>
            <a:fld id="{7216C225-480B-41DD-88F7-0AF468A0EFCD}" type="datetimeFigureOut">
              <a:rPr lang="en-US" smtClean="0"/>
              <a:t>10/6/2026</a:t>
            </a:fld>
            <a:endParaRPr lang="en-US"/>
          </a:p>
        </p:txBody>
      </p:sp>
      <p:sp>
        <p:nvSpPr>
          <p:cNvPr id="5" name="Footer Placeholder 4">
            <a:extLst>
              <a:ext uri="{FF2B5EF4-FFF2-40B4-BE49-F238E27FC236}">
                <a16:creationId xmlns:a16="http://schemas.microsoft.com/office/drawing/2014/main" id="{D3360282-28C8-D987-5C12-0230CE6A11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E735E2-4623-ED6C-4AE3-6266A7EA813A}"/>
              </a:ext>
            </a:extLst>
          </p:cNvPr>
          <p:cNvSpPr>
            <a:spLocks noGrp="1"/>
          </p:cNvSpPr>
          <p:nvPr>
            <p:ph type="sldNum" sz="quarter" idx="12"/>
          </p:nvPr>
        </p:nvSpPr>
        <p:spPr/>
        <p:txBody>
          <a:bodyPr/>
          <a:lstStyle/>
          <a:p>
            <a:fld id="{7092EABA-AB5E-4B5A-A77E-89F542DE001D}" type="slidenum">
              <a:rPr lang="en-US" smtClean="0"/>
              <a:t>‹#›</a:t>
            </a:fld>
            <a:endParaRPr lang="en-US"/>
          </a:p>
        </p:txBody>
      </p:sp>
    </p:spTree>
    <p:extLst>
      <p:ext uri="{BB962C8B-B14F-4D97-AF65-F5344CB8AC3E}">
        <p14:creationId xmlns:p14="http://schemas.microsoft.com/office/powerpoint/2010/main" val="15295968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A2D3F0-7001-F02B-A058-DEE43550EA8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F134F8B-D853-C27D-DA0E-886814405EC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E504F6-7468-77D8-8CFE-95FAEE453DE8}"/>
              </a:ext>
            </a:extLst>
          </p:cNvPr>
          <p:cNvSpPr>
            <a:spLocks noGrp="1"/>
          </p:cNvSpPr>
          <p:nvPr>
            <p:ph type="dt" sz="half" idx="10"/>
          </p:nvPr>
        </p:nvSpPr>
        <p:spPr/>
        <p:txBody>
          <a:bodyPr/>
          <a:lstStyle/>
          <a:p>
            <a:fld id="{7216C225-480B-41DD-88F7-0AF468A0EFCD}" type="datetimeFigureOut">
              <a:rPr lang="en-US" smtClean="0"/>
              <a:t>10/6/2026</a:t>
            </a:fld>
            <a:endParaRPr lang="en-US"/>
          </a:p>
        </p:txBody>
      </p:sp>
      <p:sp>
        <p:nvSpPr>
          <p:cNvPr id="5" name="Footer Placeholder 4">
            <a:extLst>
              <a:ext uri="{FF2B5EF4-FFF2-40B4-BE49-F238E27FC236}">
                <a16:creationId xmlns:a16="http://schemas.microsoft.com/office/drawing/2014/main" id="{5DC3AF4C-D895-14D4-68F3-69C7E6D83C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9AAEC7-A8B1-C441-EECB-F8F1283E160C}"/>
              </a:ext>
            </a:extLst>
          </p:cNvPr>
          <p:cNvSpPr>
            <a:spLocks noGrp="1"/>
          </p:cNvSpPr>
          <p:nvPr>
            <p:ph type="sldNum" sz="quarter" idx="12"/>
          </p:nvPr>
        </p:nvSpPr>
        <p:spPr/>
        <p:txBody>
          <a:bodyPr/>
          <a:lstStyle/>
          <a:p>
            <a:fld id="{7092EABA-AB5E-4B5A-A77E-89F542DE001D}" type="slidenum">
              <a:rPr lang="en-US" smtClean="0"/>
              <a:t>‹#›</a:t>
            </a:fld>
            <a:endParaRPr lang="en-US"/>
          </a:p>
        </p:txBody>
      </p:sp>
    </p:spTree>
    <p:extLst>
      <p:ext uri="{BB962C8B-B14F-4D97-AF65-F5344CB8AC3E}">
        <p14:creationId xmlns:p14="http://schemas.microsoft.com/office/powerpoint/2010/main" val="1481563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C09840-FBF9-C940-9826-3831E955F7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4D08D65-56D1-D601-9FF2-A6E0D706D8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CCB09A-57FC-DEAB-5EC6-3CC7A3BF81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216C225-480B-41DD-88F7-0AF468A0EFCD}" type="datetimeFigureOut">
              <a:rPr lang="en-US" smtClean="0"/>
              <a:t>10/6/2026</a:t>
            </a:fld>
            <a:endParaRPr lang="en-US"/>
          </a:p>
        </p:txBody>
      </p:sp>
      <p:sp>
        <p:nvSpPr>
          <p:cNvPr id="5" name="Footer Placeholder 4">
            <a:extLst>
              <a:ext uri="{FF2B5EF4-FFF2-40B4-BE49-F238E27FC236}">
                <a16:creationId xmlns:a16="http://schemas.microsoft.com/office/drawing/2014/main" id="{55227E7D-9974-3DCE-F8AE-A1C41C66AD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236E7B7-A3DD-4DCA-056E-935A7BF9F1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92EABA-AB5E-4B5A-A77E-89F542DE001D}" type="slidenum">
              <a:rPr lang="en-US" smtClean="0"/>
              <a:t>‹#›</a:t>
            </a:fld>
            <a:endParaRPr lang="en-US"/>
          </a:p>
        </p:txBody>
      </p:sp>
    </p:spTree>
    <p:extLst>
      <p:ext uri="{BB962C8B-B14F-4D97-AF65-F5344CB8AC3E}">
        <p14:creationId xmlns:p14="http://schemas.microsoft.com/office/powerpoint/2010/main" val="3774439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0.jpg"/></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4">
            <a:extLst>
              <a:ext uri="{FF2B5EF4-FFF2-40B4-BE49-F238E27FC236}">
                <a16:creationId xmlns:a16="http://schemas.microsoft.com/office/drawing/2014/main" id="{22FAF1E9-14D0-81F8-352D-28FA5D8D010B}"/>
              </a:ext>
            </a:extLst>
          </p:cNvPr>
          <p:cNvSpPr txBox="1">
            <a:spLocks/>
          </p:cNvSpPr>
          <p:nvPr/>
        </p:nvSpPr>
        <p:spPr>
          <a:xfrm>
            <a:off x="0" y="0"/>
            <a:ext cx="12192000" cy="914400"/>
          </a:xfrm>
          <a:prstGeom prst="rect">
            <a:avLst/>
          </a:prstGeom>
          <a:solidFill>
            <a:srgbClr val="FFC000"/>
          </a:solidFill>
          <a:ln w="25400"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lvl1pPr algn="ctr" rtl="0" eaLnBrk="0" fontAlgn="base" hangingPunct="0">
              <a:spcBef>
                <a:spcPct val="0"/>
              </a:spcBef>
              <a:spcAft>
                <a:spcPct val="0"/>
              </a:spcAft>
              <a:defRPr sz="4400" kern="1200">
                <a:solidFill>
                  <a:schemeClr val="lt1"/>
                </a:solidFill>
                <a:latin typeface="+mn-lt"/>
                <a:ea typeface="+mn-ea"/>
                <a:cs typeface="+mn-cs"/>
              </a:defRPr>
            </a:lvl1pPr>
            <a:lvl2pPr algn="ctr" rtl="0" eaLnBrk="0" fontAlgn="base" hangingPunct="0">
              <a:spcBef>
                <a:spcPct val="0"/>
              </a:spcBef>
              <a:spcAft>
                <a:spcPct val="0"/>
              </a:spcAft>
              <a:defRPr sz="4400">
                <a:solidFill>
                  <a:schemeClr val="lt1"/>
                </a:solidFill>
                <a:latin typeface="+mn-lt"/>
                <a:ea typeface="+mn-ea"/>
                <a:cs typeface="+mn-cs"/>
              </a:defRPr>
            </a:lvl2pPr>
            <a:lvl3pPr algn="ctr" rtl="0" eaLnBrk="0" fontAlgn="base" hangingPunct="0">
              <a:spcBef>
                <a:spcPct val="0"/>
              </a:spcBef>
              <a:spcAft>
                <a:spcPct val="0"/>
              </a:spcAft>
              <a:defRPr sz="4400">
                <a:solidFill>
                  <a:schemeClr val="lt1"/>
                </a:solidFill>
                <a:latin typeface="+mn-lt"/>
                <a:ea typeface="+mn-ea"/>
                <a:cs typeface="+mn-cs"/>
              </a:defRPr>
            </a:lvl3pPr>
            <a:lvl4pPr algn="ctr" rtl="0" eaLnBrk="0" fontAlgn="base" hangingPunct="0">
              <a:spcBef>
                <a:spcPct val="0"/>
              </a:spcBef>
              <a:spcAft>
                <a:spcPct val="0"/>
              </a:spcAft>
              <a:defRPr sz="4400">
                <a:solidFill>
                  <a:schemeClr val="lt1"/>
                </a:solidFill>
                <a:latin typeface="+mn-lt"/>
                <a:ea typeface="+mn-ea"/>
                <a:cs typeface="+mn-cs"/>
              </a:defRPr>
            </a:lvl4pPr>
            <a:lvl5pPr algn="ctr" rtl="0" eaLnBrk="0" fontAlgn="base" hangingPunct="0">
              <a:spcBef>
                <a:spcPct val="0"/>
              </a:spcBef>
              <a:spcAft>
                <a:spcPct val="0"/>
              </a:spcAft>
              <a:defRPr sz="4400">
                <a:solidFill>
                  <a:schemeClr val="lt1"/>
                </a:solidFill>
                <a:latin typeface="+mn-lt"/>
                <a:ea typeface="+mn-ea"/>
                <a:cs typeface="+mn-cs"/>
              </a:defRPr>
            </a:lvl5pPr>
            <a:lvl6pPr marL="457200" algn="ctr" rtl="0" fontAlgn="base">
              <a:spcBef>
                <a:spcPct val="0"/>
              </a:spcBef>
              <a:spcAft>
                <a:spcPct val="0"/>
              </a:spcAft>
              <a:defRPr sz="4400">
                <a:solidFill>
                  <a:schemeClr val="lt1"/>
                </a:solidFill>
                <a:latin typeface="+mn-lt"/>
                <a:ea typeface="+mn-ea"/>
                <a:cs typeface="+mn-cs"/>
              </a:defRPr>
            </a:lvl6pPr>
            <a:lvl7pPr marL="914400" algn="ctr" rtl="0" fontAlgn="base">
              <a:spcBef>
                <a:spcPct val="0"/>
              </a:spcBef>
              <a:spcAft>
                <a:spcPct val="0"/>
              </a:spcAft>
              <a:defRPr sz="4400">
                <a:solidFill>
                  <a:schemeClr val="lt1"/>
                </a:solidFill>
                <a:latin typeface="+mn-lt"/>
                <a:ea typeface="+mn-ea"/>
                <a:cs typeface="+mn-cs"/>
              </a:defRPr>
            </a:lvl7pPr>
            <a:lvl8pPr marL="1371600" algn="ctr" rtl="0" fontAlgn="base">
              <a:spcBef>
                <a:spcPct val="0"/>
              </a:spcBef>
              <a:spcAft>
                <a:spcPct val="0"/>
              </a:spcAft>
              <a:defRPr sz="4400">
                <a:solidFill>
                  <a:schemeClr val="lt1"/>
                </a:solidFill>
                <a:latin typeface="+mn-lt"/>
                <a:ea typeface="+mn-ea"/>
                <a:cs typeface="+mn-cs"/>
              </a:defRPr>
            </a:lvl8pPr>
            <a:lvl9pPr marL="1828800" algn="ctr" rtl="0" fontAlgn="base">
              <a:spcBef>
                <a:spcPct val="0"/>
              </a:spcBef>
              <a:spcAft>
                <a:spcPct val="0"/>
              </a:spcAft>
              <a:defRPr sz="4400">
                <a:solidFill>
                  <a:schemeClr val="lt1"/>
                </a:solidFill>
                <a:latin typeface="+mn-lt"/>
                <a:ea typeface="+mn-ea"/>
                <a:cs typeface="+mn-cs"/>
              </a:defRPr>
            </a:lvl9pPr>
          </a:lstStyle>
          <a:p>
            <a:pPr>
              <a:defRPr/>
            </a:pPr>
            <a:endParaRPr lang="en-US" sz="2800" b="1" dirty="0">
              <a:solidFill>
                <a:schemeClr val="tx1"/>
              </a:solidFill>
            </a:endParaRPr>
          </a:p>
        </p:txBody>
      </p:sp>
      <p:sp>
        <p:nvSpPr>
          <p:cNvPr id="9" name="TextBox 4">
            <a:extLst>
              <a:ext uri="{FF2B5EF4-FFF2-40B4-BE49-F238E27FC236}">
                <a16:creationId xmlns:a16="http://schemas.microsoft.com/office/drawing/2014/main" id="{49CFD8D9-01BC-2A86-C1AE-B2462DF59775}"/>
              </a:ext>
            </a:extLst>
          </p:cNvPr>
          <p:cNvSpPr txBox="1">
            <a:spLocks noChangeArrowheads="1"/>
          </p:cNvSpPr>
          <p:nvPr/>
        </p:nvSpPr>
        <p:spPr bwMode="auto">
          <a:xfrm>
            <a:off x="2272506" y="113635"/>
            <a:ext cx="764698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IN" altLang="en-US" sz="2400" b="1" dirty="0">
                <a:solidFill>
                  <a:srgbClr val="C00000"/>
                </a:solidFill>
                <a:latin typeface="Cambria" panose="02040503050406030204" pitchFamily="18" charset="0"/>
                <a:ea typeface="Cambria" panose="02040503050406030204" pitchFamily="18" charset="0"/>
                <a:cs typeface="Cambria" panose="02040503050406030204" pitchFamily="18" charset="0"/>
              </a:rPr>
              <a:t>Department of Electronics &amp; Telecommunication Engineering</a:t>
            </a:r>
          </a:p>
        </p:txBody>
      </p:sp>
      <p:pic>
        <p:nvPicPr>
          <p:cNvPr id="11" name="Picture 4" descr="Copy of INCONRIT 2016 (1).jpg">
            <a:extLst>
              <a:ext uri="{FF2B5EF4-FFF2-40B4-BE49-F238E27FC236}">
                <a16:creationId xmlns:a16="http://schemas.microsoft.com/office/drawing/2014/main" id="{37B0EDD1-A937-A39F-CC22-CB30714FF07C}"/>
              </a:ext>
            </a:extLst>
          </p:cNvPr>
          <p:cNvPicPr>
            <a:picLocks noChangeAspect="1"/>
          </p:cNvPicPr>
          <p:nvPr/>
        </p:nvPicPr>
        <p:blipFill>
          <a:blip r:embed="rId2">
            <a:lum contrast="30000"/>
            <a:extLst>
              <a:ext uri="{28A0092B-C50C-407E-A947-70E740481C1C}">
                <a14:useLocalDpi xmlns:a14="http://schemas.microsoft.com/office/drawing/2010/main" val="0"/>
              </a:ext>
            </a:extLst>
          </a:blip>
          <a:srcRect/>
          <a:stretch>
            <a:fillRect/>
          </a:stretch>
        </p:blipFill>
        <p:spPr bwMode="auto">
          <a:xfrm>
            <a:off x="10619978" y="251619"/>
            <a:ext cx="871538"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3">
            <a:extLst>
              <a:ext uri="{FF2B5EF4-FFF2-40B4-BE49-F238E27FC236}">
                <a16:creationId xmlns:a16="http://schemas.microsoft.com/office/drawing/2014/main" id="{241747B2-EDAB-70F6-62B2-DC64FFB2E77C}"/>
              </a:ext>
            </a:extLst>
          </p:cNvPr>
          <p:cNvSpPr>
            <a:spLocks noChangeArrowheads="1"/>
          </p:cNvSpPr>
          <p:nvPr/>
        </p:nvSpPr>
        <p:spPr bwMode="auto">
          <a:xfrm>
            <a:off x="0" y="914400"/>
            <a:ext cx="12192000" cy="6401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IN" altLang="en-US" sz="2400" dirty="0">
              <a:latin typeface="Cambria" panose="02040503050406030204" pitchFamily="18" charset="0"/>
              <a:ea typeface="Cambria" panose="02040503050406030204" pitchFamily="18" charset="0"/>
              <a:cs typeface="Cambria" panose="02040503050406030204" pitchFamily="18" charset="0"/>
            </a:endParaRPr>
          </a:p>
          <a:p>
            <a:pPr algn="ctr" eaLnBrk="1" hangingPunct="1">
              <a:spcBef>
                <a:spcPct val="0"/>
              </a:spcBef>
              <a:buFontTx/>
              <a:buNone/>
            </a:pPr>
            <a:r>
              <a:rPr lang="en-IN" altLang="en-US" sz="2400" dirty="0">
                <a:latin typeface="Cambria" panose="02040503050406030204" pitchFamily="18" charset="0"/>
                <a:ea typeface="Cambria" panose="02040503050406030204" pitchFamily="18" charset="0"/>
                <a:cs typeface="Cambria" panose="02040503050406030204" pitchFamily="18" charset="0"/>
              </a:rPr>
              <a:t>Presentation on</a:t>
            </a:r>
          </a:p>
          <a:p>
            <a:pPr algn="ctr" eaLnBrk="1" hangingPunct="1">
              <a:spcBef>
                <a:spcPct val="0"/>
              </a:spcBef>
              <a:buFontTx/>
              <a:buNone/>
            </a:pPr>
            <a:endParaRPr lang="en-IN" altLang="en-US" sz="1000" dirty="0">
              <a:latin typeface="Cambria" panose="02040503050406030204" pitchFamily="18" charset="0"/>
              <a:ea typeface="Cambria" panose="02040503050406030204" pitchFamily="18" charset="0"/>
              <a:cs typeface="Cambria" panose="02040503050406030204" pitchFamily="18" charset="0"/>
            </a:endParaRPr>
          </a:p>
          <a:p>
            <a:pPr algn="ctr" eaLnBrk="1" hangingPunct="1">
              <a:spcBef>
                <a:spcPct val="0"/>
              </a:spcBef>
              <a:buFontTx/>
              <a:buNone/>
            </a:pPr>
            <a:r>
              <a:rPr lang="en-IN" altLang="en-US" sz="2800" b="1" dirty="0">
                <a:solidFill>
                  <a:srgbClr val="FF0000"/>
                </a:solidFill>
                <a:latin typeface="Cambria" panose="02040503050406030204" pitchFamily="18" charset="0"/>
                <a:ea typeface="Cambria" panose="02040503050406030204" pitchFamily="18" charset="0"/>
                <a:cs typeface="Cambria" panose="02040503050406030204" pitchFamily="18" charset="0"/>
              </a:rPr>
              <a:t> </a:t>
            </a:r>
            <a:r>
              <a:rPr lang="en-US" altLang="en-US" sz="4000" b="1" dirty="0">
                <a:solidFill>
                  <a:srgbClr val="E46C0A"/>
                </a:solidFill>
                <a:latin typeface="Cambria" panose="02040503050406030204" pitchFamily="18" charset="0"/>
                <a:ea typeface="Cambria" panose="02040503050406030204" pitchFamily="18" charset="0"/>
                <a:cs typeface="Times New Roman" panose="02020603050405020304" pitchFamily="18" charset="0"/>
              </a:rPr>
              <a:t>Automatic Power Factor Correction System</a:t>
            </a:r>
            <a:endParaRPr lang="en-US" altLang="en-US" sz="4000" dirty="0">
              <a:solidFill>
                <a:srgbClr val="E46C0A"/>
              </a:solidFill>
              <a:latin typeface="Cambria" panose="02040503050406030204" pitchFamily="18" charset="0"/>
              <a:ea typeface="Cambria" panose="02040503050406030204" pitchFamily="18" charset="0"/>
              <a:cs typeface="Times New Roman" panose="02020603050405020304" pitchFamily="18" charset="0"/>
            </a:endParaRPr>
          </a:p>
          <a:p>
            <a:pPr algn="ctr" eaLnBrk="1" hangingPunct="1">
              <a:spcBef>
                <a:spcPct val="0"/>
              </a:spcBef>
              <a:buFontTx/>
              <a:buNone/>
            </a:pPr>
            <a:endParaRPr lang="en-US" altLang="en-US" sz="2400" dirty="0">
              <a:latin typeface="Cambria" panose="02040503050406030204" pitchFamily="18" charset="0"/>
              <a:ea typeface="Cambria" panose="02040503050406030204" pitchFamily="18" charset="0"/>
              <a:cs typeface="Times New Roman" panose="02020603050405020304" pitchFamily="18" charset="0"/>
            </a:endParaRPr>
          </a:p>
          <a:p>
            <a:pPr algn="ctr" eaLnBrk="1" hangingPunct="1">
              <a:spcBef>
                <a:spcPct val="0"/>
              </a:spcBef>
              <a:buFontTx/>
              <a:buNone/>
            </a:pPr>
            <a:r>
              <a:rPr lang="en-US" altLang="en-US" sz="2400" dirty="0">
                <a:latin typeface="Cambria" panose="02040503050406030204" pitchFamily="18" charset="0"/>
                <a:ea typeface="Cambria" panose="02040503050406030204" pitchFamily="18" charset="0"/>
                <a:cs typeface="Times New Roman" panose="02020603050405020304" pitchFamily="18" charset="0"/>
              </a:rPr>
              <a:t>By</a:t>
            </a:r>
          </a:p>
          <a:p>
            <a:pPr algn="ctr" eaLnBrk="1" hangingPunct="1">
              <a:spcBef>
                <a:spcPct val="0"/>
              </a:spcBef>
              <a:buFontTx/>
              <a:buAutoNum type="arabicParenR"/>
            </a:pPr>
            <a:r>
              <a:rPr lang="en-US" altLang="en-US" sz="2400" dirty="0">
                <a:latin typeface="Cambria" panose="02040503050406030204" pitchFamily="18" charset="0"/>
                <a:ea typeface="Cambria" panose="02040503050406030204" pitchFamily="18" charset="0"/>
                <a:cs typeface="Times New Roman" panose="02020603050405020304" pitchFamily="18" charset="0"/>
              </a:rPr>
              <a:t>Mr. Atharvaraj Aditya Mali	 2305096</a:t>
            </a:r>
          </a:p>
          <a:p>
            <a:pPr algn="ctr" eaLnBrk="1" hangingPunct="1">
              <a:spcBef>
                <a:spcPct val="0"/>
              </a:spcBef>
              <a:buFontTx/>
              <a:buAutoNum type="arabicParenR"/>
            </a:pPr>
            <a:r>
              <a:rPr lang="en-US" altLang="en-US" sz="2400" dirty="0">
                <a:latin typeface="Cambria" panose="02040503050406030204" pitchFamily="18" charset="0"/>
                <a:ea typeface="Cambria" panose="02040503050406030204" pitchFamily="18" charset="0"/>
                <a:cs typeface="Times New Roman" panose="02020603050405020304" pitchFamily="18" charset="0"/>
              </a:rPr>
              <a:t>Mr. Samarth Ananda Salunkhe 	2305119</a:t>
            </a:r>
          </a:p>
          <a:p>
            <a:pPr algn="ctr" eaLnBrk="1" hangingPunct="1">
              <a:spcBef>
                <a:spcPct val="0"/>
              </a:spcBef>
              <a:buFontTx/>
              <a:buAutoNum type="arabicParenR"/>
            </a:pPr>
            <a:r>
              <a:rPr lang="en-US" altLang="en-US" sz="2400" dirty="0">
                <a:latin typeface="Cambria" panose="02040503050406030204" pitchFamily="18" charset="0"/>
                <a:ea typeface="Cambria" panose="02040503050406030204" pitchFamily="18" charset="0"/>
                <a:cs typeface="Times New Roman" panose="02020603050405020304" pitchFamily="18" charset="0"/>
              </a:rPr>
              <a:t>Mr. Shriram Sunil Pawal		2305123</a:t>
            </a:r>
          </a:p>
          <a:p>
            <a:pPr algn="ctr" eaLnBrk="1" hangingPunct="1">
              <a:spcBef>
                <a:spcPct val="0"/>
              </a:spcBef>
              <a:buFontTx/>
              <a:buAutoNum type="arabicParenR"/>
            </a:pPr>
            <a:r>
              <a:rPr lang="en-US" altLang="en-US" sz="2400" dirty="0">
                <a:latin typeface="Cambria" panose="02040503050406030204" pitchFamily="18" charset="0"/>
                <a:ea typeface="Cambria" panose="02040503050406030204" pitchFamily="18" charset="0"/>
                <a:cs typeface="Times New Roman" panose="02020603050405020304" pitchFamily="18" charset="0"/>
              </a:rPr>
              <a:t>Mr. Om Vaibhav Ugale		2305138</a:t>
            </a:r>
          </a:p>
          <a:p>
            <a:pPr algn="ctr" eaLnBrk="1" hangingPunct="1">
              <a:spcBef>
                <a:spcPct val="0"/>
              </a:spcBef>
              <a:buFontTx/>
              <a:buAutoNum type="arabicParenR"/>
            </a:pPr>
            <a:r>
              <a:rPr lang="en-US" altLang="en-US" sz="2400" dirty="0">
                <a:latin typeface="Cambria" panose="02040503050406030204" pitchFamily="18" charset="0"/>
                <a:ea typeface="Cambria" panose="02040503050406030204" pitchFamily="18" charset="0"/>
                <a:cs typeface="Times New Roman" panose="02020603050405020304" pitchFamily="18" charset="0"/>
              </a:rPr>
              <a:t>Mr. Tejas Tanaji Dhere 		2305133</a:t>
            </a:r>
          </a:p>
          <a:p>
            <a:pPr algn="ctr" eaLnBrk="1" hangingPunct="1">
              <a:spcBef>
                <a:spcPct val="0"/>
              </a:spcBef>
              <a:buFont typeface="Arial" panose="020B0604020202020204" pitchFamily="34" charset="0"/>
              <a:buAutoNum type="arabicParenR" startAt="5"/>
            </a:pPr>
            <a:endParaRPr lang="en-US" altLang="en-US" sz="2400" dirty="0">
              <a:latin typeface="Cambria" panose="02040503050406030204" pitchFamily="18" charset="0"/>
              <a:ea typeface="Cambria" panose="02040503050406030204" pitchFamily="18" charset="0"/>
              <a:cs typeface="Times New Roman" panose="02020603050405020304" pitchFamily="18" charset="0"/>
            </a:endParaRPr>
          </a:p>
          <a:p>
            <a:pPr eaLnBrk="1" hangingPunct="1">
              <a:spcBef>
                <a:spcPct val="0"/>
              </a:spcBef>
              <a:buFont typeface="Arial" panose="020B0604020202020204" pitchFamily="34" charset="0"/>
              <a:buNone/>
            </a:pPr>
            <a:r>
              <a:rPr lang="en-US" altLang="en-US" sz="2400" b="1" dirty="0">
                <a:solidFill>
                  <a:srgbClr val="558ED5"/>
                </a:solidFill>
                <a:latin typeface="Cambria" panose="02040503050406030204" pitchFamily="18" charset="0"/>
                <a:ea typeface="Cambria" panose="02040503050406030204" pitchFamily="18" charset="0"/>
              </a:rPr>
              <a:t>	Project Guide:   Prof V. D. Nalawade      				Group No.: B5</a:t>
            </a:r>
          </a:p>
          <a:p>
            <a:pPr eaLnBrk="1" hangingPunct="1">
              <a:spcBef>
                <a:spcPct val="0"/>
              </a:spcBef>
              <a:buFont typeface="Arial" panose="020B0604020202020204" pitchFamily="34" charset="0"/>
              <a:buNone/>
            </a:pPr>
            <a:endParaRPr lang="en-IN" altLang="en-US" sz="2400" b="1" dirty="0">
              <a:solidFill>
                <a:srgbClr val="C00000"/>
              </a:solidFill>
              <a:latin typeface="Cambria" panose="02040503050406030204" pitchFamily="18" charset="0"/>
              <a:ea typeface="Cambria" panose="02040503050406030204" pitchFamily="18" charset="0"/>
              <a:cs typeface="Cambria" panose="02040503050406030204" pitchFamily="18" charset="0"/>
            </a:endParaRPr>
          </a:p>
          <a:p>
            <a:pPr algn="ctr" eaLnBrk="1" hangingPunct="1">
              <a:spcBef>
                <a:spcPct val="0"/>
              </a:spcBef>
              <a:buFont typeface="Arial" panose="020B0604020202020204" pitchFamily="34" charset="0"/>
              <a:buNone/>
            </a:pPr>
            <a:endParaRPr lang="en-US" altLang="en-US" sz="2400" dirty="0">
              <a:latin typeface="Cambria" panose="02040503050406030204" pitchFamily="18" charset="0"/>
              <a:ea typeface="Cambria" panose="02040503050406030204" pitchFamily="18" charset="0"/>
              <a:cs typeface="Cambria" panose="02040503050406030204" pitchFamily="18" charset="0"/>
            </a:endParaRPr>
          </a:p>
          <a:p>
            <a:pPr algn="ctr" eaLnBrk="1" hangingPunct="1">
              <a:spcBef>
                <a:spcPct val="0"/>
              </a:spcBef>
              <a:buFontTx/>
              <a:buNone/>
            </a:pPr>
            <a:endParaRPr lang="en-US" altLang="en-US" sz="2400" dirty="0">
              <a:latin typeface="Cambria" panose="02040503050406030204" pitchFamily="18" charset="0"/>
              <a:ea typeface="Cambria" panose="02040503050406030204" pitchFamily="18" charset="0"/>
              <a:cs typeface="Cambria" panose="02040503050406030204" pitchFamily="18" charset="0"/>
            </a:endParaRPr>
          </a:p>
          <a:p>
            <a:pPr eaLnBrk="1" hangingPunct="1">
              <a:spcBef>
                <a:spcPct val="0"/>
              </a:spcBef>
              <a:buFont typeface="Arial" panose="020B0604020202020204" pitchFamily="34" charset="0"/>
              <a:buNone/>
            </a:pPr>
            <a:endParaRPr lang="en-US" altLang="en-US" sz="2400" b="1" dirty="0">
              <a:solidFill>
                <a:srgbClr val="00B050"/>
              </a:solidFill>
              <a:latin typeface="Cambria" panose="02040503050406030204" pitchFamily="18" charset="0"/>
              <a:ea typeface="Cambria" panose="02040503050406030204" pitchFamily="18" charset="0"/>
              <a:cs typeface="Cambria" panose="02040503050406030204" pitchFamily="18" charset="0"/>
            </a:endParaRPr>
          </a:p>
        </p:txBody>
      </p:sp>
    </p:spTree>
    <p:extLst>
      <p:ext uri="{BB962C8B-B14F-4D97-AF65-F5344CB8AC3E}">
        <p14:creationId xmlns:p14="http://schemas.microsoft.com/office/powerpoint/2010/main" val="4260842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4">
            <a:extLst>
              <a:ext uri="{FF2B5EF4-FFF2-40B4-BE49-F238E27FC236}">
                <a16:creationId xmlns:a16="http://schemas.microsoft.com/office/drawing/2014/main" id="{C88869CA-BB3E-ADFD-E7D0-5887074C3E0E}"/>
              </a:ext>
            </a:extLst>
          </p:cNvPr>
          <p:cNvSpPr txBox="1">
            <a:spLocks/>
          </p:cNvSpPr>
          <p:nvPr/>
        </p:nvSpPr>
        <p:spPr>
          <a:xfrm>
            <a:off x="0" y="0"/>
            <a:ext cx="12192000" cy="914400"/>
          </a:xfrm>
          <a:prstGeom prst="rect">
            <a:avLst/>
          </a:prstGeom>
          <a:solidFill>
            <a:srgbClr val="FFC000"/>
          </a:solidFill>
          <a:ln w="25400"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lvl1pPr algn="ctr" rtl="0" eaLnBrk="0" fontAlgn="base" hangingPunct="0">
              <a:spcBef>
                <a:spcPct val="0"/>
              </a:spcBef>
              <a:spcAft>
                <a:spcPct val="0"/>
              </a:spcAft>
              <a:defRPr sz="4400" kern="1200">
                <a:solidFill>
                  <a:schemeClr val="lt1"/>
                </a:solidFill>
                <a:latin typeface="+mn-lt"/>
                <a:ea typeface="+mn-ea"/>
                <a:cs typeface="+mn-cs"/>
              </a:defRPr>
            </a:lvl1pPr>
            <a:lvl2pPr algn="ctr" rtl="0" eaLnBrk="0" fontAlgn="base" hangingPunct="0">
              <a:spcBef>
                <a:spcPct val="0"/>
              </a:spcBef>
              <a:spcAft>
                <a:spcPct val="0"/>
              </a:spcAft>
              <a:defRPr sz="4400">
                <a:solidFill>
                  <a:schemeClr val="lt1"/>
                </a:solidFill>
                <a:latin typeface="+mn-lt"/>
                <a:ea typeface="+mn-ea"/>
                <a:cs typeface="+mn-cs"/>
              </a:defRPr>
            </a:lvl2pPr>
            <a:lvl3pPr algn="ctr" rtl="0" eaLnBrk="0" fontAlgn="base" hangingPunct="0">
              <a:spcBef>
                <a:spcPct val="0"/>
              </a:spcBef>
              <a:spcAft>
                <a:spcPct val="0"/>
              </a:spcAft>
              <a:defRPr sz="4400">
                <a:solidFill>
                  <a:schemeClr val="lt1"/>
                </a:solidFill>
                <a:latin typeface="+mn-lt"/>
                <a:ea typeface="+mn-ea"/>
                <a:cs typeface="+mn-cs"/>
              </a:defRPr>
            </a:lvl3pPr>
            <a:lvl4pPr algn="ctr" rtl="0" eaLnBrk="0" fontAlgn="base" hangingPunct="0">
              <a:spcBef>
                <a:spcPct val="0"/>
              </a:spcBef>
              <a:spcAft>
                <a:spcPct val="0"/>
              </a:spcAft>
              <a:defRPr sz="4400">
                <a:solidFill>
                  <a:schemeClr val="lt1"/>
                </a:solidFill>
                <a:latin typeface="+mn-lt"/>
                <a:ea typeface="+mn-ea"/>
                <a:cs typeface="+mn-cs"/>
              </a:defRPr>
            </a:lvl4pPr>
            <a:lvl5pPr algn="ctr" rtl="0" eaLnBrk="0" fontAlgn="base" hangingPunct="0">
              <a:spcBef>
                <a:spcPct val="0"/>
              </a:spcBef>
              <a:spcAft>
                <a:spcPct val="0"/>
              </a:spcAft>
              <a:defRPr sz="4400">
                <a:solidFill>
                  <a:schemeClr val="lt1"/>
                </a:solidFill>
                <a:latin typeface="+mn-lt"/>
                <a:ea typeface="+mn-ea"/>
                <a:cs typeface="+mn-cs"/>
              </a:defRPr>
            </a:lvl5pPr>
            <a:lvl6pPr marL="457200" algn="ctr" rtl="0" fontAlgn="base">
              <a:spcBef>
                <a:spcPct val="0"/>
              </a:spcBef>
              <a:spcAft>
                <a:spcPct val="0"/>
              </a:spcAft>
              <a:defRPr sz="4400">
                <a:solidFill>
                  <a:schemeClr val="lt1"/>
                </a:solidFill>
                <a:latin typeface="+mn-lt"/>
                <a:ea typeface="+mn-ea"/>
                <a:cs typeface="+mn-cs"/>
              </a:defRPr>
            </a:lvl6pPr>
            <a:lvl7pPr marL="914400" algn="ctr" rtl="0" fontAlgn="base">
              <a:spcBef>
                <a:spcPct val="0"/>
              </a:spcBef>
              <a:spcAft>
                <a:spcPct val="0"/>
              </a:spcAft>
              <a:defRPr sz="4400">
                <a:solidFill>
                  <a:schemeClr val="lt1"/>
                </a:solidFill>
                <a:latin typeface="+mn-lt"/>
                <a:ea typeface="+mn-ea"/>
                <a:cs typeface="+mn-cs"/>
              </a:defRPr>
            </a:lvl7pPr>
            <a:lvl8pPr marL="1371600" algn="ctr" rtl="0" fontAlgn="base">
              <a:spcBef>
                <a:spcPct val="0"/>
              </a:spcBef>
              <a:spcAft>
                <a:spcPct val="0"/>
              </a:spcAft>
              <a:defRPr sz="4400">
                <a:solidFill>
                  <a:schemeClr val="lt1"/>
                </a:solidFill>
                <a:latin typeface="+mn-lt"/>
                <a:ea typeface="+mn-ea"/>
                <a:cs typeface="+mn-cs"/>
              </a:defRPr>
            </a:lvl8pPr>
            <a:lvl9pPr marL="1828800" algn="ctr" rtl="0" fontAlgn="base">
              <a:spcBef>
                <a:spcPct val="0"/>
              </a:spcBef>
              <a:spcAft>
                <a:spcPct val="0"/>
              </a:spcAft>
              <a:defRPr sz="4400">
                <a:solidFill>
                  <a:schemeClr val="lt1"/>
                </a:solidFill>
                <a:latin typeface="+mn-lt"/>
                <a:ea typeface="+mn-ea"/>
                <a:cs typeface="+mn-cs"/>
              </a:defRPr>
            </a:lvl9pPr>
          </a:lstStyle>
          <a:p>
            <a:pPr>
              <a:defRPr/>
            </a:pPr>
            <a:endParaRPr lang="en-US" sz="2800" b="1" dirty="0">
              <a:solidFill>
                <a:schemeClr val="tx1"/>
              </a:solidFill>
            </a:endParaRPr>
          </a:p>
        </p:txBody>
      </p:sp>
      <p:pic>
        <p:nvPicPr>
          <p:cNvPr id="11" name="Picture 4" descr="Copy of INCONRIT 2016 (1).jpg">
            <a:extLst>
              <a:ext uri="{FF2B5EF4-FFF2-40B4-BE49-F238E27FC236}">
                <a16:creationId xmlns:a16="http://schemas.microsoft.com/office/drawing/2014/main" id="{8F5D11F6-71DB-F849-624A-B8612F15B01D}"/>
              </a:ext>
            </a:extLst>
          </p:cNvPr>
          <p:cNvPicPr>
            <a:picLocks noChangeAspect="1"/>
          </p:cNvPicPr>
          <p:nvPr/>
        </p:nvPicPr>
        <p:blipFill>
          <a:blip r:embed="rId2">
            <a:lum contrast="30000"/>
            <a:extLst>
              <a:ext uri="{28A0092B-C50C-407E-A947-70E740481C1C}">
                <a14:useLocalDpi xmlns:a14="http://schemas.microsoft.com/office/drawing/2010/main" val="0"/>
              </a:ext>
            </a:extLst>
          </a:blip>
          <a:srcRect/>
          <a:stretch>
            <a:fillRect/>
          </a:stretch>
        </p:blipFill>
        <p:spPr bwMode="auto">
          <a:xfrm>
            <a:off x="10619978" y="251619"/>
            <a:ext cx="871538"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a:extLst>
              <a:ext uri="{FF2B5EF4-FFF2-40B4-BE49-F238E27FC236}">
                <a16:creationId xmlns:a16="http://schemas.microsoft.com/office/drawing/2014/main" id="{7696920C-103D-DEE6-953D-95E265EEEE2B}"/>
              </a:ext>
            </a:extLst>
          </p:cNvPr>
          <p:cNvSpPr txBox="1"/>
          <p:nvPr/>
        </p:nvSpPr>
        <p:spPr>
          <a:xfrm>
            <a:off x="265471" y="167148"/>
            <a:ext cx="8072284" cy="584775"/>
          </a:xfrm>
          <a:prstGeom prst="rect">
            <a:avLst/>
          </a:prstGeom>
          <a:noFill/>
        </p:spPr>
        <p:txBody>
          <a:bodyPr wrap="square" rtlCol="0">
            <a:spAutoFit/>
          </a:bodyPr>
          <a:lstStyle/>
          <a:p>
            <a:r>
              <a:rPr lang="en-US" sz="3200" dirty="0">
                <a:latin typeface="Cambria" panose="02040503050406030204" pitchFamily="18" charset="0"/>
                <a:ea typeface="Cambria" panose="02040503050406030204" pitchFamily="18" charset="0"/>
              </a:rPr>
              <a:t>Introduction</a:t>
            </a:r>
          </a:p>
        </p:txBody>
      </p:sp>
      <p:sp>
        <p:nvSpPr>
          <p:cNvPr id="14" name="Rectangle 7">
            <a:extLst>
              <a:ext uri="{FF2B5EF4-FFF2-40B4-BE49-F238E27FC236}">
                <a16:creationId xmlns:a16="http://schemas.microsoft.com/office/drawing/2014/main" id="{E12A7BC9-30A2-DAAE-72BE-CA43DC51D334}"/>
              </a:ext>
            </a:extLst>
          </p:cNvPr>
          <p:cNvSpPr txBox="1">
            <a:spLocks noChangeArrowheads="1"/>
          </p:cNvSpPr>
          <p:nvPr/>
        </p:nvSpPr>
        <p:spPr>
          <a:xfrm>
            <a:off x="265471" y="1332480"/>
            <a:ext cx="11501284" cy="4392036"/>
          </a:xfrm>
          <a:prstGeom prst="rect">
            <a:avLst/>
          </a:prstGeom>
        </p:spPr>
        <p:txBody>
          <a:bodyPr wrap="square" anchor="ctr">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latin typeface="Cambria" panose="02040503050406030204" pitchFamily="18" charset="0"/>
                <a:ea typeface="Cambria" panose="02040503050406030204" pitchFamily="18" charset="0"/>
              </a:rPr>
              <a:t>High electrical loads can lead to a poor power factor, resulting in higher power losses and increased energy costs. An Automatic Power Factor Correction (APFC) system helps improve electrical efficiency by continuously monitoring and maintaining the power factor within an acceptable range.</a:t>
            </a:r>
          </a:p>
          <a:p>
            <a:r>
              <a:rPr lang="en-US" sz="2400" dirty="0">
                <a:latin typeface="Cambria" panose="02040503050406030204" pitchFamily="18" charset="0"/>
                <a:ea typeface="Cambria" panose="02040503050406030204" pitchFamily="18" charset="0"/>
              </a:rPr>
              <a:t>A low power factor can result in:</a:t>
            </a:r>
          </a:p>
          <a:p>
            <a:pPr lvl="0"/>
            <a:r>
              <a:rPr lang="en-US" sz="2400" dirty="0">
                <a:latin typeface="Cambria" panose="02040503050406030204" pitchFamily="18" charset="0"/>
                <a:ea typeface="Cambria" panose="02040503050406030204" pitchFamily="18" charset="0"/>
              </a:rPr>
              <a:t>Higher power losses</a:t>
            </a:r>
          </a:p>
          <a:p>
            <a:pPr lvl="0"/>
            <a:r>
              <a:rPr lang="en-US" sz="2400" dirty="0">
                <a:latin typeface="Cambria" panose="02040503050406030204" pitchFamily="18" charset="0"/>
                <a:ea typeface="Cambria" panose="02040503050406030204" pitchFamily="18" charset="0"/>
              </a:rPr>
              <a:t>Increased electricity bills</a:t>
            </a:r>
          </a:p>
          <a:p>
            <a:pPr lvl="0"/>
            <a:r>
              <a:rPr lang="en-US" sz="2400" dirty="0">
                <a:latin typeface="Cambria" panose="02040503050406030204" pitchFamily="18" charset="0"/>
                <a:ea typeface="Cambria" panose="02040503050406030204" pitchFamily="18" charset="0"/>
              </a:rPr>
              <a:t>Additional penalties from electricity utilities</a:t>
            </a:r>
          </a:p>
          <a:p>
            <a:r>
              <a:rPr lang="en-US" sz="2400" dirty="0">
                <a:latin typeface="Cambria" panose="02040503050406030204" pitchFamily="18" charset="0"/>
                <a:ea typeface="Cambria" panose="02040503050406030204" pitchFamily="18" charset="0"/>
              </a:rPr>
              <a:t>To address these issues, this project proposes an </a:t>
            </a:r>
            <a:r>
              <a:rPr lang="en-US" sz="2400" b="1" dirty="0">
                <a:latin typeface="Cambria" panose="02040503050406030204" pitchFamily="18" charset="0"/>
                <a:ea typeface="Cambria" panose="02040503050406030204" pitchFamily="18" charset="0"/>
              </a:rPr>
              <a:t>STM32-based Automatic Power Factor Correction system</a:t>
            </a:r>
            <a:r>
              <a:rPr lang="en-US" sz="2400" dirty="0">
                <a:latin typeface="Cambria" panose="02040503050406030204" pitchFamily="18" charset="0"/>
                <a:ea typeface="Cambria" panose="02040503050406030204" pitchFamily="18" charset="0"/>
              </a:rPr>
              <a:t> designed to improve power factor for both household loads and high-power industrial applications.</a:t>
            </a:r>
          </a:p>
        </p:txBody>
      </p:sp>
    </p:spTree>
    <p:extLst>
      <p:ext uri="{BB962C8B-B14F-4D97-AF65-F5344CB8AC3E}">
        <p14:creationId xmlns:p14="http://schemas.microsoft.com/office/powerpoint/2010/main" val="972688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9652D-A6CB-0A9E-5840-B9166C357C9B}"/>
            </a:ext>
          </a:extLst>
        </p:cNvPr>
        <p:cNvGrpSpPr/>
        <p:nvPr/>
      </p:nvGrpSpPr>
      <p:grpSpPr>
        <a:xfrm>
          <a:off x="0" y="0"/>
          <a:ext cx="0" cy="0"/>
          <a:chOff x="0" y="0"/>
          <a:chExt cx="0" cy="0"/>
        </a:xfrm>
      </p:grpSpPr>
      <p:sp>
        <p:nvSpPr>
          <p:cNvPr id="7" name="Title 4">
            <a:extLst>
              <a:ext uri="{FF2B5EF4-FFF2-40B4-BE49-F238E27FC236}">
                <a16:creationId xmlns:a16="http://schemas.microsoft.com/office/drawing/2014/main" id="{222F1961-0D29-0FCA-3782-EC233907F385}"/>
              </a:ext>
            </a:extLst>
          </p:cNvPr>
          <p:cNvSpPr txBox="1">
            <a:spLocks/>
          </p:cNvSpPr>
          <p:nvPr/>
        </p:nvSpPr>
        <p:spPr>
          <a:xfrm>
            <a:off x="0" y="0"/>
            <a:ext cx="12192000" cy="914400"/>
          </a:xfrm>
          <a:prstGeom prst="rect">
            <a:avLst/>
          </a:prstGeom>
          <a:solidFill>
            <a:srgbClr val="FFC000"/>
          </a:solidFill>
          <a:ln w="25400"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lvl1pPr algn="ctr" rtl="0" eaLnBrk="0" fontAlgn="base" hangingPunct="0">
              <a:spcBef>
                <a:spcPct val="0"/>
              </a:spcBef>
              <a:spcAft>
                <a:spcPct val="0"/>
              </a:spcAft>
              <a:defRPr sz="4400" kern="1200">
                <a:solidFill>
                  <a:schemeClr val="lt1"/>
                </a:solidFill>
                <a:latin typeface="+mn-lt"/>
                <a:ea typeface="+mn-ea"/>
                <a:cs typeface="+mn-cs"/>
              </a:defRPr>
            </a:lvl1pPr>
            <a:lvl2pPr algn="ctr" rtl="0" eaLnBrk="0" fontAlgn="base" hangingPunct="0">
              <a:spcBef>
                <a:spcPct val="0"/>
              </a:spcBef>
              <a:spcAft>
                <a:spcPct val="0"/>
              </a:spcAft>
              <a:defRPr sz="4400">
                <a:solidFill>
                  <a:schemeClr val="lt1"/>
                </a:solidFill>
                <a:latin typeface="+mn-lt"/>
                <a:ea typeface="+mn-ea"/>
                <a:cs typeface="+mn-cs"/>
              </a:defRPr>
            </a:lvl2pPr>
            <a:lvl3pPr algn="ctr" rtl="0" eaLnBrk="0" fontAlgn="base" hangingPunct="0">
              <a:spcBef>
                <a:spcPct val="0"/>
              </a:spcBef>
              <a:spcAft>
                <a:spcPct val="0"/>
              </a:spcAft>
              <a:defRPr sz="4400">
                <a:solidFill>
                  <a:schemeClr val="lt1"/>
                </a:solidFill>
                <a:latin typeface="+mn-lt"/>
                <a:ea typeface="+mn-ea"/>
                <a:cs typeface="+mn-cs"/>
              </a:defRPr>
            </a:lvl3pPr>
            <a:lvl4pPr algn="ctr" rtl="0" eaLnBrk="0" fontAlgn="base" hangingPunct="0">
              <a:spcBef>
                <a:spcPct val="0"/>
              </a:spcBef>
              <a:spcAft>
                <a:spcPct val="0"/>
              </a:spcAft>
              <a:defRPr sz="4400">
                <a:solidFill>
                  <a:schemeClr val="lt1"/>
                </a:solidFill>
                <a:latin typeface="+mn-lt"/>
                <a:ea typeface="+mn-ea"/>
                <a:cs typeface="+mn-cs"/>
              </a:defRPr>
            </a:lvl4pPr>
            <a:lvl5pPr algn="ctr" rtl="0" eaLnBrk="0" fontAlgn="base" hangingPunct="0">
              <a:spcBef>
                <a:spcPct val="0"/>
              </a:spcBef>
              <a:spcAft>
                <a:spcPct val="0"/>
              </a:spcAft>
              <a:defRPr sz="4400">
                <a:solidFill>
                  <a:schemeClr val="lt1"/>
                </a:solidFill>
                <a:latin typeface="+mn-lt"/>
                <a:ea typeface="+mn-ea"/>
                <a:cs typeface="+mn-cs"/>
              </a:defRPr>
            </a:lvl5pPr>
            <a:lvl6pPr marL="457200" algn="ctr" rtl="0" fontAlgn="base">
              <a:spcBef>
                <a:spcPct val="0"/>
              </a:spcBef>
              <a:spcAft>
                <a:spcPct val="0"/>
              </a:spcAft>
              <a:defRPr sz="4400">
                <a:solidFill>
                  <a:schemeClr val="lt1"/>
                </a:solidFill>
                <a:latin typeface="+mn-lt"/>
                <a:ea typeface="+mn-ea"/>
                <a:cs typeface="+mn-cs"/>
              </a:defRPr>
            </a:lvl6pPr>
            <a:lvl7pPr marL="914400" algn="ctr" rtl="0" fontAlgn="base">
              <a:spcBef>
                <a:spcPct val="0"/>
              </a:spcBef>
              <a:spcAft>
                <a:spcPct val="0"/>
              </a:spcAft>
              <a:defRPr sz="4400">
                <a:solidFill>
                  <a:schemeClr val="lt1"/>
                </a:solidFill>
                <a:latin typeface="+mn-lt"/>
                <a:ea typeface="+mn-ea"/>
                <a:cs typeface="+mn-cs"/>
              </a:defRPr>
            </a:lvl7pPr>
            <a:lvl8pPr marL="1371600" algn="ctr" rtl="0" fontAlgn="base">
              <a:spcBef>
                <a:spcPct val="0"/>
              </a:spcBef>
              <a:spcAft>
                <a:spcPct val="0"/>
              </a:spcAft>
              <a:defRPr sz="4400">
                <a:solidFill>
                  <a:schemeClr val="lt1"/>
                </a:solidFill>
                <a:latin typeface="+mn-lt"/>
                <a:ea typeface="+mn-ea"/>
                <a:cs typeface="+mn-cs"/>
              </a:defRPr>
            </a:lvl8pPr>
            <a:lvl9pPr marL="1828800" algn="ctr" rtl="0" fontAlgn="base">
              <a:spcBef>
                <a:spcPct val="0"/>
              </a:spcBef>
              <a:spcAft>
                <a:spcPct val="0"/>
              </a:spcAft>
              <a:defRPr sz="4400">
                <a:solidFill>
                  <a:schemeClr val="lt1"/>
                </a:solidFill>
                <a:latin typeface="+mn-lt"/>
                <a:ea typeface="+mn-ea"/>
                <a:cs typeface="+mn-cs"/>
              </a:defRPr>
            </a:lvl9pPr>
          </a:lstStyle>
          <a:p>
            <a:pPr>
              <a:defRPr/>
            </a:pPr>
            <a:endParaRPr lang="en-US" sz="2800" b="1" dirty="0">
              <a:solidFill>
                <a:schemeClr val="tx1"/>
              </a:solidFill>
            </a:endParaRPr>
          </a:p>
        </p:txBody>
      </p:sp>
      <p:pic>
        <p:nvPicPr>
          <p:cNvPr id="11" name="Picture 4" descr="Copy of INCONRIT 2016 (1).jpg">
            <a:extLst>
              <a:ext uri="{FF2B5EF4-FFF2-40B4-BE49-F238E27FC236}">
                <a16:creationId xmlns:a16="http://schemas.microsoft.com/office/drawing/2014/main" id="{D3749F0C-AD8D-006A-A491-090BC4E5E706}"/>
              </a:ext>
            </a:extLst>
          </p:cNvPr>
          <p:cNvPicPr>
            <a:picLocks noChangeAspect="1"/>
          </p:cNvPicPr>
          <p:nvPr/>
        </p:nvPicPr>
        <p:blipFill>
          <a:blip r:embed="rId2">
            <a:lum contrast="30000"/>
            <a:extLst>
              <a:ext uri="{28A0092B-C50C-407E-A947-70E740481C1C}">
                <a14:useLocalDpi xmlns:a14="http://schemas.microsoft.com/office/drawing/2010/main" val="0"/>
              </a:ext>
            </a:extLst>
          </a:blip>
          <a:srcRect/>
          <a:stretch>
            <a:fillRect/>
          </a:stretch>
        </p:blipFill>
        <p:spPr bwMode="auto">
          <a:xfrm>
            <a:off x="10619978" y="251619"/>
            <a:ext cx="871538"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a:extLst>
              <a:ext uri="{FF2B5EF4-FFF2-40B4-BE49-F238E27FC236}">
                <a16:creationId xmlns:a16="http://schemas.microsoft.com/office/drawing/2014/main" id="{801DDA0F-A01E-68CD-59B2-8A3B53EF366C}"/>
              </a:ext>
            </a:extLst>
          </p:cNvPr>
          <p:cNvSpPr txBox="1"/>
          <p:nvPr/>
        </p:nvSpPr>
        <p:spPr>
          <a:xfrm>
            <a:off x="265471" y="167148"/>
            <a:ext cx="8072284" cy="584775"/>
          </a:xfrm>
          <a:prstGeom prst="rect">
            <a:avLst/>
          </a:prstGeom>
          <a:noFill/>
        </p:spPr>
        <p:txBody>
          <a:bodyPr wrap="square" rtlCol="0">
            <a:spAutoFit/>
          </a:bodyPr>
          <a:lstStyle/>
          <a:p>
            <a:r>
              <a:rPr lang="en-US" sz="3200" dirty="0">
                <a:latin typeface="Cambria" panose="02040503050406030204" pitchFamily="18" charset="0"/>
                <a:ea typeface="Cambria" panose="02040503050406030204" pitchFamily="18" charset="0"/>
              </a:rPr>
              <a:t>Brief Description</a:t>
            </a:r>
          </a:p>
        </p:txBody>
      </p:sp>
      <p:sp>
        <p:nvSpPr>
          <p:cNvPr id="2" name="Content Placeholder 2">
            <a:extLst>
              <a:ext uri="{FF2B5EF4-FFF2-40B4-BE49-F238E27FC236}">
                <a16:creationId xmlns:a16="http://schemas.microsoft.com/office/drawing/2014/main" id="{EA4A0CF6-0694-A92E-5882-8D1F30E29D90}"/>
              </a:ext>
            </a:extLst>
          </p:cNvPr>
          <p:cNvSpPr txBox="1">
            <a:spLocks/>
          </p:cNvSpPr>
          <p:nvPr/>
        </p:nvSpPr>
        <p:spPr>
          <a:xfrm>
            <a:off x="0" y="914400"/>
            <a:ext cx="12192000" cy="5943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5000"/>
              </a:lnSpc>
              <a:spcAft>
                <a:spcPts val="1000"/>
              </a:spcAft>
              <a:buFont typeface="Arial" panose="020B0604020202020204" pitchFamily="34" charset="0"/>
              <a:buNone/>
              <a:defRPr/>
            </a:pPr>
            <a:r>
              <a:rPr lang="en-US" altLang="en-US" b="1" dirty="0">
                <a:latin typeface="Cambria" panose="02040503050406030204" pitchFamily="18" charset="0"/>
                <a:cs typeface="Times New Roman" panose="02020603050405020304" pitchFamily="18" charset="0"/>
              </a:rPr>
              <a:t>Problem Statement</a:t>
            </a:r>
          </a:p>
          <a:p>
            <a:pPr algn="just">
              <a:defRPr/>
            </a:pPr>
            <a:r>
              <a:rPr lang="en-US" sz="2400" dirty="0">
                <a:latin typeface="Cambria" panose="02040503050406030204" pitchFamily="18" charset="0"/>
                <a:ea typeface="Cambria" panose="02040503050406030204" pitchFamily="18" charset="0"/>
                <a:cs typeface="Calibri" panose="020F0502020204030204" pitchFamily="34" charset="0"/>
              </a:rPr>
              <a:t>High electrical load systems often operate with poor power factor due to the predominance of inductive loads. This results in increased reactive power demand, higher power losses, reduced system efficiency, and increased electricity costs. Conventional power factor correction methods are either manual or lack real-time monitoring and adaptability to varying load conditions. </a:t>
            </a:r>
            <a:endParaRPr lang="en-US" altLang="en-US" sz="2400" dirty="0"/>
          </a:p>
        </p:txBody>
      </p:sp>
    </p:spTree>
    <p:extLst>
      <p:ext uri="{BB962C8B-B14F-4D97-AF65-F5344CB8AC3E}">
        <p14:creationId xmlns:p14="http://schemas.microsoft.com/office/powerpoint/2010/main" val="2668484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EB45F-D12F-9718-D535-B66312C3EFB0}"/>
            </a:ext>
          </a:extLst>
        </p:cNvPr>
        <p:cNvGrpSpPr/>
        <p:nvPr/>
      </p:nvGrpSpPr>
      <p:grpSpPr>
        <a:xfrm>
          <a:off x="0" y="0"/>
          <a:ext cx="0" cy="0"/>
          <a:chOff x="0" y="0"/>
          <a:chExt cx="0" cy="0"/>
        </a:xfrm>
      </p:grpSpPr>
      <p:sp>
        <p:nvSpPr>
          <p:cNvPr id="7" name="Title 4">
            <a:extLst>
              <a:ext uri="{FF2B5EF4-FFF2-40B4-BE49-F238E27FC236}">
                <a16:creationId xmlns:a16="http://schemas.microsoft.com/office/drawing/2014/main" id="{DE8CCAFB-13E5-21E0-EA22-EFD445EC532C}"/>
              </a:ext>
            </a:extLst>
          </p:cNvPr>
          <p:cNvSpPr txBox="1">
            <a:spLocks/>
          </p:cNvSpPr>
          <p:nvPr/>
        </p:nvSpPr>
        <p:spPr>
          <a:xfrm>
            <a:off x="0" y="0"/>
            <a:ext cx="12192000" cy="914400"/>
          </a:xfrm>
          <a:prstGeom prst="rect">
            <a:avLst/>
          </a:prstGeom>
          <a:solidFill>
            <a:srgbClr val="FFC000"/>
          </a:solidFill>
          <a:ln w="25400"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lvl1pPr algn="ctr" rtl="0" eaLnBrk="0" fontAlgn="base" hangingPunct="0">
              <a:spcBef>
                <a:spcPct val="0"/>
              </a:spcBef>
              <a:spcAft>
                <a:spcPct val="0"/>
              </a:spcAft>
              <a:defRPr sz="4400" kern="1200">
                <a:solidFill>
                  <a:schemeClr val="lt1"/>
                </a:solidFill>
                <a:latin typeface="+mn-lt"/>
                <a:ea typeface="+mn-ea"/>
                <a:cs typeface="+mn-cs"/>
              </a:defRPr>
            </a:lvl1pPr>
            <a:lvl2pPr algn="ctr" rtl="0" eaLnBrk="0" fontAlgn="base" hangingPunct="0">
              <a:spcBef>
                <a:spcPct val="0"/>
              </a:spcBef>
              <a:spcAft>
                <a:spcPct val="0"/>
              </a:spcAft>
              <a:defRPr sz="4400">
                <a:solidFill>
                  <a:schemeClr val="lt1"/>
                </a:solidFill>
                <a:latin typeface="+mn-lt"/>
                <a:ea typeface="+mn-ea"/>
                <a:cs typeface="+mn-cs"/>
              </a:defRPr>
            </a:lvl2pPr>
            <a:lvl3pPr algn="ctr" rtl="0" eaLnBrk="0" fontAlgn="base" hangingPunct="0">
              <a:spcBef>
                <a:spcPct val="0"/>
              </a:spcBef>
              <a:spcAft>
                <a:spcPct val="0"/>
              </a:spcAft>
              <a:defRPr sz="4400">
                <a:solidFill>
                  <a:schemeClr val="lt1"/>
                </a:solidFill>
                <a:latin typeface="+mn-lt"/>
                <a:ea typeface="+mn-ea"/>
                <a:cs typeface="+mn-cs"/>
              </a:defRPr>
            </a:lvl3pPr>
            <a:lvl4pPr algn="ctr" rtl="0" eaLnBrk="0" fontAlgn="base" hangingPunct="0">
              <a:spcBef>
                <a:spcPct val="0"/>
              </a:spcBef>
              <a:spcAft>
                <a:spcPct val="0"/>
              </a:spcAft>
              <a:defRPr sz="4400">
                <a:solidFill>
                  <a:schemeClr val="lt1"/>
                </a:solidFill>
                <a:latin typeface="+mn-lt"/>
                <a:ea typeface="+mn-ea"/>
                <a:cs typeface="+mn-cs"/>
              </a:defRPr>
            </a:lvl4pPr>
            <a:lvl5pPr algn="ctr" rtl="0" eaLnBrk="0" fontAlgn="base" hangingPunct="0">
              <a:spcBef>
                <a:spcPct val="0"/>
              </a:spcBef>
              <a:spcAft>
                <a:spcPct val="0"/>
              </a:spcAft>
              <a:defRPr sz="4400">
                <a:solidFill>
                  <a:schemeClr val="lt1"/>
                </a:solidFill>
                <a:latin typeface="+mn-lt"/>
                <a:ea typeface="+mn-ea"/>
                <a:cs typeface="+mn-cs"/>
              </a:defRPr>
            </a:lvl5pPr>
            <a:lvl6pPr marL="457200" algn="ctr" rtl="0" fontAlgn="base">
              <a:spcBef>
                <a:spcPct val="0"/>
              </a:spcBef>
              <a:spcAft>
                <a:spcPct val="0"/>
              </a:spcAft>
              <a:defRPr sz="4400">
                <a:solidFill>
                  <a:schemeClr val="lt1"/>
                </a:solidFill>
                <a:latin typeface="+mn-lt"/>
                <a:ea typeface="+mn-ea"/>
                <a:cs typeface="+mn-cs"/>
              </a:defRPr>
            </a:lvl6pPr>
            <a:lvl7pPr marL="914400" algn="ctr" rtl="0" fontAlgn="base">
              <a:spcBef>
                <a:spcPct val="0"/>
              </a:spcBef>
              <a:spcAft>
                <a:spcPct val="0"/>
              </a:spcAft>
              <a:defRPr sz="4400">
                <a:solidFill>
                  <a:schemeClr val="lt1"/>
                </a:solidFill>
                <a:latin typeface="+mn-lt"/>
                <a:ea typeface="+mn-ea"/>
                <a:cs typeface="+mn-cs"/>
              </a:defRPr>
            </a:lvl7pPr>
            <a:lvl8pPr marL="1371600" algn="ctr" rtl="0" fontAlgn="base">
              <a:spcBef>
                <a:spcPct val="0"/>
              </a:spcBef>
              <a:spcAft>
                <a:spcPct val="0"/>
              </a:spcAft>
              <a:defRPr sz="4400">
                <a:solidFill>
                  <a:schemeClr val="lt1"/>
                </a:solidFill>
                <a:latin typeface="+mn-lt"/>
                <a:ea typeface="+mn-ea"/>
                <a:cs typeface="+mn-cs"/>
              </a:defRPr>
            </a:lvl8pPr>
            <a:lvl9pPr marL="1828800" algn="ctr" rtl="0" fontAlgn="base">
              <a:spcBef>
                <a:spcPct val="0"/>
              </a:spcBef>
              <a:spcAft>
                <a:spcPct val="0"/>
              </a:spcAft>
              <a:defRPr sz="4400">
                <a:solidFill>
                  <a:schemeClr val="lt1"/>
                </a:solidFill>
                <a:latin typeface="+mn-lt"/>
                <a:ea typeface="+mn-ea"/>
                <a:cs typeface="+mn-cs"/>
              </a:defRPr>
            </a:lvl9pPr>
          </a:lstStyle>
          <a:p>
            <a:pPr>
              <a:defRPr/>
            </a:pPr>
            <a:endParaRPr lang="en-US" sz="2800" b="1" dirty="0">
              <a:solidFill>
                <a:schemeClr val="tx1"/>
              </a:solidFill>
            </a:endParaRPr>
          </a:p>
        </p:txBody>
      </p:sp>
      <p:pic>
        <p:nvPicPr>
          <p:cNvPr id="11" name="Picture 4" descr="Copy of INCONRIT 2016 (1).jpg">
            <a:extLst>
              <a:ext uri="{FF2B5EF4-FFF2-40B4-BE49-F238E27FC236}">
                <a16:creationId xmlns:a16="http://schemas.microsoft.com/office/drawing/2014/main" id="{CF1E108A-A0EE-49CE-C00F-103BD328FDCF}"/>
              </a:ext>
            </a:extLst>
          </p:cNvPr>
          <p:cNvPicPr>
            <a:picLocks noChangeAspect="1"/>
          </p:cNvPicPr>
          <p:nvPr/>
        </p:nvPicPr>
        <p:blipFill>
          <a:blip r:embed="rId2">
            <a:lum contrast="30000"/>
            <a:extLst>
              <a:ext uri="{28A0092B-C50C-407E-A947-70E740481C1C}">
                <a14:useLocalDpi xmlns:a14="http://schemas.microsoft.com/office/drawing/2010/main" val="0"/>
              </a:ext>
            </a:extLst>
          </a:blip>
          <a:srcRect/>
          <a:stretch>
            <a:fillRect/>
          </a:stretch>
        </p:blipFill>
        <p:spPr bwMode="auto">
          <a:xfrm>
            <a:off x="10619978" y="251619"/>
            <a:ext cx="871538"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a:extLst>
              <a:ext uri="{FF2B5EF4-FFF2-40B4-BE49-F238E27FC236}">
                <a16:creationId xmlns:a16="http://schemas.microsoft.com/office/drawing/2014/main" id="{07A90021-12C6-DF8E-19B7-29DD1AD64D81}"/>
              </a:ext>
            </a:extLst>
          </p:cNvPr>
          <p:cNvSpPr txBox="1"/>
          <p:nvPr/>
        </p:nvSpPr>
        <p:spPr>
          <a:xfrm>
            <a:off x="265471" y="167148"/>
            <a:ext cx="8072284" cy="584775"/>
          </a:xfrm>
          <a:prstGeom prst="rect">
            <a:avLst/>
          </a:prstGeom>
          <a:noFill/>
        </p:spPr>
        <p:txBody>
          <a:bodyPr wrap="square" rtlCol="0">
            <a:spAutoFit/>
          </a:bodyPr>
          <a:lstStyle/>
          <a:p>
            <a:r>
              <a:rPr lang="en-US" sz="3200" dirty="0">
                <a:latin typeface="Cambria" panose="02040503050406030204" pitchFamily="18" charset="0"/>
                <a:ea typeface="Cambria" panose="02040503050406030204" pitchFamily="18" charset="0"/>
              </a:rPr>
              <a:t>Brief Description</a:t>
            </a:r>
          </a:p>
        </p:txBody>
      </p:sp>
      <p:sp>
        <p:nvSpPr>
          <p:cNvPr id="3" name="Content Placeholder 2">
            <a:extLst>
              <a:ext uri="{FF2B5EF4-FFF2-40B4-BE49-F238E27FC236}">
                <a16:creationId xmlns:a16="http://schemas.microsoft.com/office/drawing/2014/main" id="{C8C2F904-1576-130A-F2AE-165968C1C475}"/>
              </a:ext>
            </a:extLst>
          </p:cNvPr>
          <p:cNvSpPr txBox="1">
            <a:spLocks/>
          </p:cNvSpPr>
          <p:nvPr/>
        </p:nvSpPr>
        <p:spPr>
          <a:xfrm>
            <a:off x="0" y="914400"/>
            <a:ext cx="12192000" cy="5943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5000"/>
              </a:lnSpc>
              <a:spcAft>
                <a:spcPts val="1000"/>
              </a:spcAft>
              <a:buFont typeface="Arial" panose="020B0604020202020204" pitchFamily="34" charset="0"/>
              <a:buNone/>
              <a:defRPr/>
            </a:pPr>
            <a:r>
              <a:rPr lang="en-US" altLang="en-US" b="1" dirty="0">
                <a:latin typeface="Cambria" panose="02040503050406030204" pitchFamily="18" charset="0"/>
                <a:cs typeface="Times New Roman" panose="02020603050405020304" pitchFamily="18" charset="0"/>
              </a:rPr>
              <a:t>Objectives : </a:t>
            </a:r>
          </a:p>
          <a:p>
            <a:pPr>
              <a:spcAft>
                <a:spcPts val="1000"/>
              </a:spcAft>
              <a:defRPr/>
            </a:pPr>
            <a:r>
              <a:rPr lang="en-US" altLang="en-US" sz="2400" dirty="0">
                <a:latin typeface="Cambria" panose="02040503050406030204" pitchFamily="18" charset="0"/>
                <a:ea typeface="Cambria" panose="02040503050406030204" pitchFamily="18" charset="0"/>
                <a:cs typeface="Cambria" panose="02040503050406030204" pitchFamily="18" charset="0"/>
              </a:rPr>
              <a:t>To enhance power factor close to 0.95 to 1 while minimizing reactive power losses.</a:t>
            </a:r>
          </a:p>
          <a:p>
            <a:pPr>
              <a:spcAft>
                <a:spcPts val="1000"/>
              </a:spcAft>
              <a:defRPr/>
            </a:pPr>
            <a:r>
              <a:rPr lang="en-US" altLang="en-US" sz="2400" dirty="0">
                <a:latin typeface="Cambria" panose="02040503050406030204" pitchFamily="18" charset="0"/>
                <a:ea typeface="Cambria" panose="02040503050406030204" pitchFamily="18" charset="0"/>
                <a:cs typeface="Cambria" panose="02040503050406030204" pitchFamily="18" charset="0"/>
              </a:rPr>
              <a:t>To monitor real-time energy consumption for effective load management.</a:t>
            </a:r>
          </a:p>
          <a:p>
            <a:pPr>
              <a:spcAft>
                <a:spcPts val="1000"/>
              </a:spcAft>
              <a:defRPr/>
            </a:pPr>
            <a:r>
              <a:rPr lang="en-US" altLang="en-US" sz="2400" dirty="0">
                <a:latin typeface="Cambria" panose="02040503050406030204" pitchFamily="18" charset="0"/>
                <a:ea typeface="Cambria" panose="02040503050406030204" pitchFamily="18" charset="0"/>
                <a:cs typeface="Cambria" panose="02040503050406030204" pitchFamily="18" charset="0"/>
              </a:rPr>
              <a:t>To reduce electricity cost and demand penalties through automatic control.</a:t>
            </a:r>
          </a:p>
          <a:p>
            <a:pPr>
              <a:spcAft>
                <a:spcPts val="1000"/>
              </a:spcAft>
              <a:defRPr/>
            </a:pPr>
            <a:r>
              <a:rPr lang="en-US" altLang="en-US" sz="2400" dirty="0">
                <a:latin typeface="Cambria" panose="02040503050406030204" pitchFamily="18" charset="0"/>
                <a:ea typeface="Cambria" panose="02040503050406030204" pitchFamily="18" charset="0"/>
                <a:cs typeface="Cambria" panose="02040503050406030204" pitchFamily="18" charset="0"/>
              </a:rPr>
              <a:t>To design a Smart APFC system that reduces harmonics generated due to frequent capacitor bank switching during load variations.</a:t>
            </a:r>
            <a:endParaRPr lang="en-US" altLang="en-US" sz="2400" b="1" dirty="0">
              <a:latin typeface="Cambria" panose="02040503050406030204" pitchFamily="18" charset="0"/>
              <a:ea typeface="Cambria" panose="02040503050406030204" pitchFamily="18" charset="0"/>
              <a:cs typeface="Times New Roman" panose="02020603050405020304" pitchFamily="18" charset="0"/>
            </a:endParaRPr>
          </a:p>
          <a:p>
            <a:pPr>
              <a:defRPr/>
            </a:pPr>
            <a:endParaRPr lang="en-US" altLang="en-US" sz="2000" dirty="0">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50000"/>
              </a:lnSpc>
              <a:buFont typeface="Arial" panose="020B0604020202020204" pitchFamily="34" charset="0"/>
              <a:buNone/>
              <a:defRPr/>
            </a:pPr>
            <a:endParaRPr lang="en-US" altLang="en-US" sz="2400" dirty="0"/>
          </a:p>
        </p:txBody>
      </p:sp>
    </p:spTree>
    <p:extLst>
      <p:ext uri="{BB962C8B-B14F-4D97-AF65-F5344CB8AC3E}">
        <p14:creationId xmlns:p14="http://schemas.microsoft.com/office/powerpoint/2010/main" val="6392218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0ADD9-4652-B4B4-FDD3-0201F7D967FD}"/>
            </a:ext>
          </a:extLst>
        </p:cNvPr>
        <p:cNvGrpSpPr/>
        <p:nvPr/>
      </p:nvGrpSpPr>
      <p:grpSpPr>
        <a:xfrm>
          <a:off x="0" y="0"/>
          <a:ext cx="0" cy="0"/>
          <a:chOff x="0" y="0"/>
          <a:chExt cx="0" cy="0"/>
        </a:xfrm>
      </p:grpSpPr>
      <p:sp>
        <p:nvSpPr>
          <p:cNvPr id="7" name="Title 4">
            <a:extLst>
              <a:ext uri="{FF2B5EF4-FFF2-40B4-BE49-F238E27FC236}">
                <a16:creationId xmlns:a16="http://schemas.microsoft.com/office/drawing/2014/main" id="{2C0ED023-F287-70A6-6A53-F0F16C4C8B27}"/>
              </a:ext>
            </a:extLst>
          </p:cNvPr>
          <p:cNvSpPr txBox="1">
            <a:spLocks/>
          </p:cNvSpPr>
          <p:nvPr/>
        </p:nvSpPr>
        <p:spPr>
          <a:xfrm>
            <a:off x="0" y="0"/>
            <a:ext cx="12192000" cy="914400"/>
          </a:xfrm>
          <a:prstGeom prst="rect">
            <a:avLst/>
          </a:prstGeom>
          <a:solidFill>
            <a:srgbClr val="FFC000"/>
          </a:solidFill>
          <a:ln w="25400"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lvl1pPr algn="ctr" rtl="0" eaLnBrk="0" fontAlgn="base" hangingPunct="0">
              <a:spcBef>
                <a:spcPct val="0"/>
              </a:spcBef>
              <a:spcAft>
                <a:spcPct val="0"/>
              </a:spcAft>
              <a:defRPr sz="4400" kern="1200">
                <a:solidFill>
                  <a:schemeClr val="lt1"/>
                </a:solidFill>
                <a:latin typeface="+mn-lt"/>
                <a:ea typeface="+mn-ea"/>
                <a:cs typeface="+mn-cs"/>
              </a:defRPr>
            </a:lvl1pPr>
            <a:lvl2pPr algn="ctr" rtl="0" eaLnBrk="0" fontAlgn="base" hangingPunct="0">
              <a:spcBef>
                <a:spcPct val="0"/>
              </a:spcBef>
              <a:spcAft>
                <a:spcPct val="0"/>
              </a:spcAft>
              <a:defRPr sz="4400">
                <a:solidFill>
                  <a:schemeClr val="lt1"/>
                </a:solidFill>
                <a:latin typeface="+mn-lt"/>
                <a:ea typeface="+mn-ea"/>
                <a:cs typeface="+mn-cs"/>
              </a:defRPr>
            </a:lvl2pPr>
            <a:lvl3pPr algn="ctr" rtl="0" eaLnBrk="0" fontAlgn="base" hangingPunct="0">
              <a:spcBef>
                <a:spcPct val="0"/>
              </a:spcBef>
              <a:spcAft>
                <a:spcPct val="0"/>
              </a:spcAft>
              <a:defRPr sz="4400">
                <a:solidFill>
                  <a:schemeClr val="lt1"/>
                </a:solidFill>
                <a:latin typeface="+mn-lt"/>
                <a:ea typeface="+mn-ea"/>
                <a:cs typeface="+mn-cs"/>
              </a:defRPr>
            </a:lvl3pPr>
            <a:lvl4pPr algn="ctr" rtl="0" eaLnBrk="0" fontAlgn="base" hangingPunct="0">
              <a:spcBef>
                <a:spcPct val="0"/>
              </a:spcBef>
              <a:spcAft>
                <a:spcPct val="0"/>
              </a:spcAft>
              <a:defRPr sz="4400">
                <a:solidFill>
                  <a:schemeClr val="lt1"/>
                </a:solidFill>
                <a:latin typeface="+mn-lt"/>
                <a:ea typeface="+mn-ea"/>
                <a:cs typeface="+mn-cs"/>
              </a:defRPr>
            </a:lvl4pPr>
            <a:lvl5pPr algn="ctr" rtl="0" eaLnBrk="0" fontAlgn="base" hangingPunct="0">
              <a:spcBef>
                <a:spcPct val="0"/>
              </a:spcBef>
              <a:spcAft>
                <a:spcPct val="0"/>
              </a:spcAft>
              <a:defRPr sz="4400">
                <a:solidFill>
                  <a:schemeClr val="lt1"/>
                </a:solidFill>
                <a:latin typeface="+mn-lt"/>
                <a:ea typeface="+mn-ea"/>
                <a:cs typeface="+mn-cs"/>
              </a:defRPr>
            </a:lvl5pPr>
            <a:lvl6pPr marL="457200" algn="ctr" rtl="0" fontAlgn="base">
              <a:spcBef>
                <a:spcPct val="0"/>
              </a:spcBef>
              <a:spcAft>
                <a:spcPct val="0"/>
              </a:spcAft>
              <a:defRPr sz="4400">
                <a:solidFill>
                  <a:schemeClr val="lt1"/>
                </a:solidFill>
                <a:latin typeface="+mn-lt"/>
                <a:ea typeface="+mn-ea"/>
                <a:cs typeface="+mn-cs"/>
              </a:defRPr>
            </a:lvl6pPr>
            <a:lvl7pPr marL="914400" algn="ctr" rtl="0" fontAlgn="base">
              <a:spcBef>
                <a:spcPct val="0"/>
              </a:spcBef>
              <a:spcAft>
                <a:spcPct val="0"/>
              </a:spcAft>
              <a:defRPr sz="4400">
                <a:solidFill>
                  <a:schemeClr val="lt1"/>
                </a:solidFill>
                <a:latin typeface="+mn-lt"/>
                <a:ea typeface="+mn-ea"/>
                <a:cs typeface="+mn-cs"/>
              </a:defRPr>
            </a:lvl7pPr>
            <a:lvl8pPr marL="1371600" algn="ctr" rtl="0" fontAlgn="base">
              <a:spcBef>
                <a:spcPct val="0"/>
              </a:spcBef>
              <a:spcAft>
                <a:spcPct val="0"/>
              </a:spcAft>
              <a:defRPr sz="4400">
                <a:solidFill>
                  <a:schemeClr val="lt1"/>
                </a:solidFill>
                <a:latin typeface="+mn-lt"/>
                <a:ea typeface="+mn-ea"/>
                <a:cs typeface="+mn-cs"/>
              </a:defRPr>
            </a:lvl8pPr>
            <a:lvl9pPr marL="1828800" algn="ctr" rtl="0" fontAlgn="base">
              <a:spcBef>
                <a:spcPct val="0"/>
              </a:spcBef>
              <a:spcAft>
                <a:spcPct val="0"/>
              </a:spcAft>
              <a:defRPr sz="4400">
                <a:solidFill>
                  <a:schemeClr val="lt1"/>
                </a:solidFill>
                <a:latin typeface="+mn-lt"/>
                <a:ea typeface="+mn-ea"/>
                <a:cs typeface="+mn-cs"/>
              </a:defRPr>
            </a:lvl9pPr>
          </a:lstStyle>
          <a:p>
            <a:pPr>
              <a:defRPr/>
            </a:pPr>
            <a:endParaRPr lang="en-US" sz="2800" b="1" dirty="0">
              <a:solidFill>
                <a:schemeClr val="tx1"/>
              </a:solidFill>
            </a:endParaRPr>
          </a:p>
        </p:txBody>
      </p:sp>
      <p:pic>
        <p:nvPicPr>
          <p:cNvPr id="11" name="Picture 4" descr="Copy of INCONRIT 2016 (1).jpg">
            <a:extLst>
              <a:ext uri="{FF2B5EF4-FFF2-40B4-BE49-F238E27FC236}">
                <a16:creationId xmlns:a16="http://schemas.microsoft.com/office/drawing/2014/main" id="{BCB59D29-E915-D953-9783-75B406E180FE}"/>
              </a:ext>
            </a:extLst>
          </p:cNvPr>
          <p:cNvPicPr>
            <a:picLocks noChangeAspect="1"/>
          </p:cNvPicPr>
          <p:nvPr/>
        </p:nvPicPr>
        <p:blipFill>
          <a:blip r:embed="rId2">
            <a:lum contrast="30000"/>
            <a:extLst>
              <a:ext uri="{28A0092B-C50C-407E-A947-70E740481C1C}">
                <a14:useLocalDpi xmlns:a14="http://schemas.microsoft.com/office/drawing/2010/main" val="0"/>
              </a:ext>
            </a:extLst>
          </a:blip>
          <a:srcRect/>
          <a:stretch>
            <a:fillRect/>
          </a:stretch>
        </p:blipFill>
        <p:spPr bwMode="auto">
          <a:xfrm>
            <a:off x="10619978" y="251619"/>
            <a:ext cx="871538"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a:extLst>
              <a:ext uri="{FF2B5EF4-FFF2-40B4-BE49-F238E27FC236}">
                <a16:creationId xmlns:a16="http://schemas.microsoft.com/office/drawing/2014/main" id="{A6C6244B-5505-5C2C-B700-D1622EE36A1C}"/>
              </a:ext>
            </a:extLst>
          </p:cNvPr>
          <p:cNvSpPr txBox="1"/>
          <p:nvPr/>
        </p:nvSpPr>
        <p:spPr>
          <a:xfrm>
            <a:off x="265471" y="167148"/>
            <a:ext cx="8072284" cy="584775"/>
          </a:xfrm>
          <a:prstGeom prst="rect">
            <a:avLst/>
          </a:prstGeom>
          <a:noFill/>
        </p:spPr>
        <p:txBody>
          <a:bodyPr wrap="square" rtlCol="0">
            <a:spAutoFit/>
          </a:bodyPr>
          <a:lstStyle/>
          <a:p>
            <a:r>
              <a:rPr lang="en-US" sz="3200" dirty="0">
                <a:latin typeface="Cambria" panose="02040503050406030204" pitchFamily="18" charset="0"/>
                <a:ea typeface="Cambria" panose="02040503050406030204" pitchFamily="18" charset="0"/>
              </a:rPr>
              <a:t>Proposed Block Diagram</a:t>
            </a:r>
          </a:p>
        </p:txBody>
      </p:sp>
      <p:pic>
        <p:nvPicPr>
          <p:cNvPr id="4" name="Picture 3">
            <a:extLst>
              <a:ext uri="{FF2B5EF4-FFF2-40B4-BE49-F238E27FC236}">
                <a16:creationId xmlns:a16="http://schemas.microsoft.com/office/drawing/2014/main" id="{25E48B97-433C-B3CF-8CB7-A6F47FC7C96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87117" y="1081548"/>
            <a:ext cx="8886825" cy="541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9FC45A12-9CA3-B3ED-31A7-52CECD539B15}"/>
              </a:ext>
            </a:extLst>
          </p:cNvPr>
          <p:cNvSpPr/>
          <p:nvPr/>
        </p:nvSpPr>
        <p:spPr>
          <a:xfrm>
            <a:off x="3657600" y="5014452"/>
            <a:ext cx="2074606" cy="11503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16941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7ADAF-D9F9-21F1-B1D1-F4C5B95A190D}"/>
            </a:ext>
          </a:extLst>
        </p:cNvPr>
        <p:cNvGrpSpPr/>
        <p:nvPr/>
      </p:nvGrpSpPr>
      <p:grpSpPr>
        <a:xfrm>
          <a:off x="0" y="0"/>
          <a:ext cx="0" cy="0"/>
          <a:chOff x="0" y="0"/>
          <a:chExt cx="0" cy="0"/>
        </a:xfrm>
      </p:grpSpPr>
      <p:sp>
        <p:nvSpPr>
          <p:cNvPr id="7" name="Title 4">
            <a:extLst>
              <a:ext uri="{FF2B5EF4-FFF2-40B4-BE49-F238E27FC236}">
                <a16:creationId xmlns:a16="http://schemas.microsoft.com/office/drawing/2014/main" id="{E013B5B3-C256-3DF6-0F9F-1A9B46CBD782}"/>
              </a:ext>
            </a:extLst>
          </p:cNvPr>
          <p:cNvSpPr txBox="1">
            <a:spLocks/>
          </p:cNvSpPr>
          <p:nvPr/>
        </p:nvSpPr>
        <p:spPr>
          <a:xfrm>
            <a:off x="0" y="0"/>
            <a:ext cx="12192000" cy="914400"/>
          </a:xfrm>
          <a:prstGeom prst="rect">
            <a:avLst/>
          </a:prstGeom>
          <a:solidFill>
            <a:srgbClr val="FFC000"/>
          </a:solidFill>
          <a:ln w="25400"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lvl1pPr algn="ctr" rtl="0" eaLnBrk="0" fontAlgn="base" hangingPunct="0">
              <a:spcBef>
                <a:spcPct val="0"/>
              </a:spcBef>
              <a:spcAft>
                <a:spcPct val="0"/>
              </a:spcAft>
              <a:defRPr sz="4400" kern="1200">
                <a:solidFill>
                  <a:schemeClr val="lt1"/>
                </a:solidFill>
                <a:latin typeface="+mn-lt"/>
                <a:ea typeface="+mn-ea"/>
                <a:cs typeface="+mn-cs"/>
              </a:defRPr>
            </a:lvl1pPr>
            <a:lvl2pPr algn="ctr" rtl="0" eaLnBrk="0" fontAlgn="base" hangingPunct="0">
              <a:spcBef>
                <a:spcPct val="0"/>
              </a:spcBef>
              <a:spcAft>
                <a:spcPct val="0"/>
              </a:spcAft>
              <a:defRPr sz="4400">
                <a:solidFill>
                  <a:schemeClr val="lt1"/>
                </a:solidFill>
                <a:latin typeface="+mn-lt"/>
                <a:ea typeface="+mn-ea"/>
                <a:cs typeface="+mn-cs"/>
              </a:defRPr>
            </a:lvl2pPr>
            <a:lvl3pPr algn="ctr" rtl="0" eaLnBrk="0" fontAlgn="base" hangingPunct="0">
              <a:spcBef>
                <a:spcPct val="0"/>
              </a:spcBef>
              <a:spcAft>
                <a:spcPct val="0"/>
              </a:spcAft>
              <a:defRPr sz="4400">
                <a:solidFill>
                  <a:schemeClr val="lt1"/>
                </a:solidFill>
                <a:latin typeface="+mn-lt"/>
                <a:ea typeface="+mn-ea"/>
                <a:cs typeface="+mn-cs"/>
              </a:defRPr>
            </a:lvl3pPr>
            <a:lvl4pPr algn="ctr" rtl="0" eaLnBrk="0" fontAlgn="base" hangingPunct="0">
              <a:spcBef>
                <a:spcPct val="0"/>
              </a:spcBef>
              <a:spcAft>
                <a:spcPct val="0"/>
              </a:spcAft>
              <a:defRPr sz="4400">
                <a:solidFill>
                  <a:schemeClr val="lt1"/>
                </a:solidFill>
                <a:latin typeface="+mn-lt"/>
                <a:ea typeface="+mn-ea"/>
                <a:cs typeface="+mn-cs"/>
              </a:defRPr>
            </a:lvl4pPr>
            <a:lvl5pPr algn="ctr" rtl="0" eaLnBrk="0" fontAlgn="base" hangingPunct="0">
              <a:spcBef>
                <a:spcPct val="0"/>
              </a:spcBef>
              <a:spcAft>
                <a:spcPct val="0"/>
              </a:spcAft>
              <a:defRPr sz="4400">
                <a:solidFill>
                  <a:schemeClr val="lt1"/>
                </a:solidFill>
                <a:latin typeface="+mn-lt"/>
                <a:ea typeface="+mn-ea"/>
                <a:cs typeface="+mn-cs"/>
              </a:defRPr>
            </a:lvl5pPr>
            <a:lvl6pPr marL="457200" algn="ctr" rtl="0" fontAlgn="base">
              <a:spcBef>
                <a:spcPct val="0"/>
              </a:spcBef>
              <a:spcAft>
                <a:spcPct val="0"/>
              </a:spcAft>
              <a:defRPr sz="4400">
                <a:solidFill>
                  <a:schemeClr val="lt1"/>
                </a:solidFill>
                <a:latin typeface="+mn-lt"/>
                <a:ea typeface="+mn-ea"/>
                <a:cs typeface="+mn-cs"/>
              </a:defRPr>
            </a:lvl6pPr>
            <a:lvl7pPr marL="914400" algn="ctr" rtl="0" fontAlgn="base">
              <a:spcBef>
                <a:spcPct val="0"/>
              </a:spcBef>
              <a:spcAft>
                <a:spcPct val="0"/>
              </a:spcAft>
              <a:defRPr sz="4400">
                <a:solidFill>
                  <a:schemeClr val="lt1"/>
                </a:solidFill>
                <a:latin typeface="+mn-lt"/>
                <a:ea typeface="+mn-ea"/>
                <a:cs typeface="+mn-cs"/>
              </a:defRPr>
            </a:lvl7pPr>
            <a:lvl8pPr marL="1371600" algn="ctr" rtl="0" fontAlgn="base">
              <a:spcBef>
                <a:spcPct val="0"/>
              </a:spcBef>
              <a:spcAft>
                <a:spcPct val="0"/>
              </a:spcAft>
              <a:defRPr sz="4400">
                <a:solidFill>
                  <a:schemeClr val="lt1"/>
                </a:solidFill>
                <a:latin typeface="+mn-lt"/>
                <a:ea typeface="+mn-ea"/>
                <a:cs typeface="+mn-cs"/>
              </a:defRPr>
            </a:lvl8pPr>
            <a:lvl9pPr marL="1828800" algn="ctr" rtl="0" fontAlgn="base">
              <a:spcBef>
                <a:spcPct val="0"/>
              </a:spcBef>
              <a:spcAft>
                <a:spcPct val="0"/>
              </a:spcAft>
              <a:defRPr sz="4400">
                <a:solidFill>
                  <a:schemeClr val="lt1"/>
                </a:solidFill>
                <a:latin typeface="+mn-lt"/>
                <a:ea typeface="+mn-ea"/>
                <a:cs typeface="+mn-cs"/>
              </a:defRPr>
            </a:lvl9pPr>
          </a:lstStyle>
          <a:p>
            <a:pPr>
              <a:defRPr/>
            </a:pPr>
            <a:endParaRPr lang="en-US" sz="2800" b="1" dirty="0">
              <a:solidFill>
                <a:schemeClr val="tx1"/>
              </a:solidFill>
            </a:endParaRPr>
          </a:p>
        </p:txBody>
      </p:sp>
      <p:pic>
        <p:nvPicPr>
          <p:cNvPr id="11" name="Picture 4" descr="Copy of INCONRIT 2016 (1).jpg">
            <a:extLst>
              <a:ext uri="{FF2B5EF4-FFF2-40B4-BE49-F238E27FC236}">
                <a16:creationId xmlns:a16="http://schemas.microsoft.com/office/drawing/2014/main" id="{B645F53B-81D5-23A6-34BE-1E04FDC8575F}"/>
              </a:ext>
            </a:extLst>
          </p:cNvPr>
          <p:cNvPicPr>
            <a:picLocks noChangeAspect="1"/>
          </p:cNvPicPr>
          <p:nvPr/>
        </p:nvPicPr>
        <p:blipFill>
          <a:blip r:embed="rId2">
            <a:lum contrast="30000"/>
            <a:extLst>
              <a:ext uri="{28A0092B-C50C-407E-A947-70E740481C1C}">
                <a14:useLocalDpi xmlns:a14="http://schemas.microsoft.com/office/drawing/2010/main" val="0"/>
              </a:ext>
            </a:extLst>
          </a:blip>
          <a:srcRect/>
          <a:stretch>
            <a:fillRect/>
          </a:stretch>
        </p:blipFill>
        <p:spPr bwMode="auto">
          <a:xfrm>
            <a:off x="10619978" y="251619"/>
            <a:ext cx="871538"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a:extLst>
              <a:ext uri="{FF2B5EF4-FFF2-40B4-BE49-F238E27FC236}">
                <a16:creationId xmlns:a16="http://schemas.microsoft.com/office/drawing/2014/main" id="{5F4B8B3A-C5B1-16F7-8686-CBD7887DD9A1}"/>
              </a:ext>
            </a:extLst>
          </p:cNvPr>
          <p:cNvSpPr txBox="1"/>
          <p:nvPr/>
        </p:nvSpPr>
        <p:spPr>
          <a:xfrm>
            <a:off x="265471" y="167148"/>
            <a:ext cx="8072284" cy="584775"/>
          </a:xfrm>
          <a:prstGeom prst="rect">
            <a:avLst/>
          </a:prstGeom>
          <a:noFill/>
        </p:spPr>
        <p:txBody>
          <a:bodyPr wrap="square" rtlCol="0">
            <a:spAutoFit/>
          </a:bodyPr>
          <a:lstStyle/>
          <a:p>
            <a:r>
              <a:rPr lang="en-US" sz="3200" dirty="0">
                <a:latin typeface="Cambria" panose="02040503050406030204" pitchFamily="18" charset="0"/>
                <a:ea typeface="Cambria" panose="02040503050406030204" pitchFamily="18" charset="0"/>
              </a:rPr>
              <a:t>Proposed Block Diagram</a:t>
            </a:r>
          </a:p>
        </p:txBody>
      </p:sp>
      <p:sp>
        <p:nvSpPr>
          <p:cNvPr id="5" name="Rectangle 4">
            <a:extLst>
              <a:ext uri="{FF2B5EF4-FFF2-40B4-BE49-F238E27FC236}">
                <a16:creationId xmlns:a16="http://schemas.microsoft.com/office/drawing/2014/main" id="{46C3F3EB-6A63-750E-D26F-A7220AFC64C9}"/>
              </a:ext>
            </a:extLst>
          </p:cNvPr>
          <p:cNvSpPr/>
          <p:nvPr/>
        </p:nvSpPr>
        <p:spPr>
          <a:xfrm>
            <a:off x="3657600" y="5014452"/>
            <a:ext cx="2074606" cy="11503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FA92083-CE52-86E7-1A30-55E832C69290}"/>
              </a:ext>
            </a:extLst>
          </p:cNvPr>
          <p:cNvSpPr/>
          <p:nvPr/>
        </p:nvSpPr>
        <p:spPr>
          <a:xfrm>
            <a:off x="4965290" y="5152103"/>
            <a:ext cx="2841523" cy="154858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4C6BE65-CB51-7A43-4606-AFBE8A2F1A7C}"/>
              </a:ext>
            </a:extLst>
          </p:cNvPr>
          <p:cNvSpPr/>
          <p:nvPr/>
        </p:nvSpPr>
        <p:spPr>
          <a:xfrm>
            <a:off x="1189703" y="6331974"/>
            <a:ext cx="1514168" cy="2163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9DAAE4E2-B536-30AD-BDAB-473E66D8733B}"/>
              </a:ext>
            </a:extLst>
          </p:cNvPr>
          <p:cNvSpPr txBox="1"/>
          <p:nvPr/>
        </p:nvSpPr>
        <p:spPr>
          <a:xfrm>
            <a:off x="1993048" y="6354542"/>
            <a:ext cx="7478316" cy="369332"/>
          </a:xfrm>
          <a:prstGeom prst="rect">
            <a:avLst/>
          </a:prstGeom>
          <a:noFill/>
        </p:spPr>
        <p:txBody>
          <a:bodyPr wrap="square" rtlCol="0">
            <a:spAutoFit/>
          </a:bodyPr>
          <a:lstStyle/>
          <a:p>
            <a:r>
              <a:rPr lang="en-US" dirty="0"/>
              <a:t>Figure 3.2 Block Diagram </a:t>
            </a:r>
          </a:p>
        </p:txBody>
      </p:sp>
      <p:pic>
        <p:nvPicPr>
          <p:cNvPr id="12" name="Picture 11">
            <a:extLst>
              <a:ext uri="{FF2B5EF4-FFF2-40B4-BE49-F238E27FC236}">
                <a16:creationId xmlns:a16="http://schemas.microsoft.com/office/drawing/2014/main" id="{B147228E-2310-3707-791F-8E1035C2EBBC}"/>
              </a:ext>
            </a:extLst>
          </p:cNvPr>
          <p:cNvPicPr>
            <a:picLocks noChangeAspect="1"/>
          </p:cNvPicPr>
          <p:nvPr/>
        </p:nvPicPr>
        <p:blipFill>
          <a:blip r:embed="rId3"/>
          <a:stretch>
            <a:fillRect/>
          </a:stretch>
        </p:blipFill>
        <p:spPr>
          <a:xfrm>
            <a:off x="1515953" y="928902"/>
            <a:ext cx="9486344" cy="5488158"/>
          </a:xfrm>
          <a:prstGeom prst="rect">
            <a:avLst/>
          </a:prstGeom>
        </p:spPr>
      </p:pic>
      <p:sp>
        <p:nvSpPr>
          <p:cNvPr id="14" name="Rectangle 13">
            <a:extLst>
              <a:ext uri="{FF2B5EF4-FFF2-40B4-BE49-F238E27FC236}">
                <a16:creationId xmlns:a16="http://schemas.microsoft.com/office/drawing/2014/main" id="{BC237BDA-09BC-0122-2F34-E90676CEA0CB}"/>
              </a:ext>
            </a:extLst>
          </p:cNvPr>
          <p:cNvSpPr/>
          <p:nvPr/>
        </p:nvSpPr>
        <p:spPr>
          <a:xfrm>
            <a:off x="5319252" y="4847302"/>
            <a:ext cx="2930013" cy="13956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2340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0A1E6-5A1E-69F6-0DAD-8DFBCCC150F4}"/>
            </a:ext>
          </a:extLst>
        </p:cNvPr>
        <p:cNvGrpSpPr/>
        <p:nvPr/>
      </p:nvGrpSpPr>
      <p:grpSpPr>
        <a:xfrm>
          <a:off x="0" y="0"/>
          <a:ext cx="0" cy="0"/>
          <a:chOff x="0" y="0"/>
          <a:chExt cx="0" cy="0"/>
        </a:xfrm>
      </p:grpSpPr>
      <p:sp>
        <p:nvSpPr>
          <p:cNvPr id="7" name="Title 4">
            <a:extLst>
              <a:ext uri="{FF2B5EF4-FFF2-40B4-BE49-F238E27FC236}">
                <a16:creationId xmlns:a16="http://schemas.microsoft.com/office/drawing/2014/main" id="{484EED1B-10A9-191B-3825-0B7CFD08BE56}"/>
              </a:ext>
            </a:extLst>
          </p:cNvPr>
          <p:cNvSpPr txBox="1">
            <a:spLocks/>
          </p:cNvSpPr>
          <p:nvPr/>
        </p:nvSpPr>
        <p:spPr>
          <a:xfrm>
            <a:off x="0" y="0"/>
            <a:ext cx="12192000" cy="914400"/>
          </a:xfrm>
          <a:prstGeom prst="rect">
            <a:avLst/>
          </a:prstGeom>
          <a:solidFill>
            <a:srgbClr val="FFC000"/>
          </a:solidFill>
          <a:ln w="25400"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lvl1pPr algn="ctr" rtl="0" eaLnBrk="0" fontAlgn="base" hangingPunct="0">
              <a:spcBef>
                <a:spcPct val="0"/>
              </a:spcBef>
              <a:spcAft>
                <a:spcPct val="0"/>
              </a:spcAft>
              <a:defRPr sz="4400" kern="1200">
                <a:solidFill>
                  <a:schemeClr val="lt1"/>
                </a:solidFill>
                <a:latin typeface="+mn-lt"/>
                <a:ea typeface="+mn-ea"/>
                <a:cs typeface="+mn-cs"/>
              </a:defRPr>
            </a:lvl1pPr>
            <a:lvl2pPr algn="ctr" rtl="0" eaLnBrk="0" fontAlgn="base" hangingPunct="0">
              <a:spcBef>
                <a:spcPct val="0"/>
              </a:spcBef>
              <a:spcAft>
                <a:spcPct val="0"/>
              </a:spcAft>
              <a:defRPr sz="4400">
                <a:solidFill>
                  <a:schemeClr val="lt1"/>
                </a:solidFill>
                <a:latin typeface="+mn-lt"/>
                <a:ea typeface="+mn-ea"/>
                <a:cs typeface="+mn-cs"/>
              </a:defRPr>
            </a:lvl2pPr>
            <a:lvl3pPr algn="ctr" rtl="0" eaLnBrk="0" fontAlgn="base" hangingPunct="0">
              <a:spcBef>
                <a:spcPct val="0"/>
              </a:spcBef>
              <a:spcAft>
                <a:spcPct val="0"/>
              </a:spcAft>
              <a:defRPr sz="4400">
                <a:solidFill>
                  <a:schemeClr val="lt1"/>
                </a:solidFill>
                <a:latin typeface="+mn-lt"/>
                <a:ea typeface="+mn-ea"/>
                <a:cs typeface="+mn-cs"/>
              </a:defRPr>
            </a:lvl3pPr>
            <a:lvl4pPr algn="ctr" rtl="0" eaLnBrk="0" fontAlgn="base" hangingPunct="0">
              <a:spcBef>
                <a:spcPct val="0"/>
              </a:spcBef>
              <a:spcAft>
                <a:spcPct val="0"/>
              </a:spcAft>
              <a:defRPr sz="4400">
                <a:solidFill>
                  <a:schemeClr val="lt1"/>
                </a:solidFill>
                <a:latin typeface="+mn-lt"/>
                <a:ea typeface="+mn-ea"/>
                <a:cs typeface="+mn-cs"/>
              </a:defRPr>
            </a:lvl4pPr>
            <a:lvl5pPr algn="ctr" rtl="0" eaLnBrk="0" fontAlgn="base" hangingPunct="0">
              <a:spcBef>
                <a:spcPct val="0"/>
              </a:spcBef>
              <a:spcAft>
                <a:spcPct val="0"/>
              </a:spcAft>
              <a:defRPr sz="4400">
                <a:solidFill>
                  <a:schemeClr val="lt1"/>
                </a:solidFill>
                <a:latin typeface="+mn-lt"/>
                <a:ea typeface="+mn-ea"/>
                <a:cs typeface="+mn-cs"/>
              </a:defRPr>
            </a:lvl5pPr>
            <a:lvl6pPr marL="457200" algn="ctr" rtl="0" fontAlgn="base">
              <a:spcBef>
                <a:spcPct val="0"/>
              </a:spcBef>
              <a:spcAft>
                <a:spcPct val="0"/>
              </a:spcAft>
              <a:defRPr sz="4400">
                <a:solidFill>
                  <a:schemeClr val="lt1"/>
                </a:solidFill>
                <a:latin typeface="+mn-lt"/>
                <a:ea typeface="+mn-ea"/>
                <a:cs typeface="+mn-cs"/>
              </a:defRPr>
            </a:lvl6pPr>
            <a:lvl7pPr marL="914400" algn="ctr" rtl="0" fontAlgn="base">
              <a:spcBef>
                <a:spcPct val="0"/>
              </a:spcBef>
              <a:spcAft>
                <a:spcPct val="0"/>
              </a:spcAft>
              <a:defRPr sz="4400">
                <a:solidFill>
                  <a:schemeClr val="lt1"/>
                </a:solidFill>
                <a:latin typeface="+mn-lt"/>
                <a:ea typeface="+mn-ea"/>
                <a:cs typeface="+mn-cs"/>
              </a:defRPr>
            </a:lvl7pPr>
            <a:lvl8pPr marL="1371600" algn="ctr" rtl="0" fontAlgn="base">
              <a:spcBef>
                <a:spcPct val="0"/>
              </a:spcBef>
              <a:spcAft>
                <a:spcPct val="0"/>
              </a:spcAft>
              <a:defRPr sz="4400">
                <a:solidFill>
                  <a:schemeClr val="lt1"/>
                </a:solidFill>
                <a:latin typeface="+mn-lt"/>
                <a:ea typeface="+mn-ea"/>
                <a:cs typeface="+mn-cs"/>
              </a:defRPr>
            </a:lvl8pPr>
            <a:lvl9pPr marL="1828800" algn="ctr" rtl="0" fontAlgn="base">
              <a:spcBef>
                <a:spcPct val="0"/>
              </a:spcBef>
              <a:spcAft>
                <a:spcPct val="0"/>
              </a:spcAft>
              <a:defRPr sz="4400">
                <a:solidFill>
                  <a:schemeClr val="lt1"/>
                </a:solidFill>
                <a:latin typeface="+mn-lt"/>
                <a:ea typeface="+mn-ea"/>
                <a:cs typeface="+mn-cs"/>
              </a:defRPr>
            </a:lvl9pPr>
          </a:lstStyle>
          <a:p>
            <a:pPr>
              <a:defRPr/>
            </a:pPr>
            <a:endParaRPr lang="en-US" sz="2800" b="1" dirty="0">
              <a:solidFill>
                <a:schemeClr val="tx1"/>
              </a:solidFill>
            </a:endParaRPr>
          </a:p>
        </p:txBody>
      </p:sp>
      <p:pic>
        <p:nvPicPr>
          <p:cNvPr id="11" name="Picture 4" descr="Copy of INCONRIT 2016 (1).jpg">
            <a:extLst>
              <a:ext uri="{FF2B5EF4-FFF2-40B4-BE49-F238E27FC236}">
                <a16:creationId xmlns:a16="http://schemas.microsoft.com/office/drawing/2014/main" id="{F6B3350A-A29F-6CF7-CD91-C04A6FE4EA14}"/>
              </a:ext>
            </a:extLst>
          </p:cNvPr>
          <p:cNvPicPr>
            <a:picLocks noChangeAspect="1"/>
          </p:cNvPicPr>
          <p:nvPr/>
        </p:nvPicPr>
        <p:blipFill>
          <a:blip r:embed="rId2">
            <a:lum contrast="30000"/>
            <a:extLst>
              <a:ext uri="{28A0092B-C50C-407E-A947-70E740481C1C}">
                <a14:useLocalDpi xmlns:a14="http://schemas.microsoft.com/office/drawing/2010/main" val="0"/>
              </a:ext>
            </a:extLst>
          </a:blip>
          <a:srcRect/>
          <a:stretch>
            <a:fillRect/>
          </a:stretch>
        </p:blipFill>
        <p:spPr bwMode="auto">
          <a:xfrm>
            <a:off x="10619978" y="251619"/>
            <a:ext cx="871538"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a:extLst>
              <a:ext uri="{FF2B5EF4-FFF2-40B4-BE49-F238E27FC236}">
                <a16:creationId xmlns:a16="http://schemas.microsoft.com/office/drawing/2014/main" id="{F080C88B-75BA-CD49-E00B-4123DFDC84D0}"/>
              </a:ext>
            </a:extLst>
          </p:cNvPr>
          <p:cNvSpPr txBox="1"/>
          <p:nvPr/>
        </p:nvSpPr>
        <p:spPr>
          <a:xfrm>
            <a:off x="265471" y="167148"/>
            <a:ext cx="8072284" cy="584775"/>
          </a:xfrm>
          <a:prstGeom prst="rect">
            <a:avLst/>
          </a:prstGeom>
          <a:noFill/>
        </p:spPr>
        <p:txBody>
          <a:bodyPr wrap="square" rtlCol="0">
            <a:spAutoFit/>
          </a:bodyPr>
          <a:lstStyle/>
          <a:p>
            <a:r>
              <a:rPr lang="en-US" sz="3200" dirty="0">
                <a:latin typeface="Cambria" panose="02040503050406030204" pitchFamily="18" charset="0"/>
                <a:ea typeface="Cambria" panose="02040503050406030204" pitchFamily="18" charset="0"/>
              </a:rPr>
              <a:t>Hardware and Software Requirements</a:t>
            </a:r>
          </a:p>
        </p:txBody>
      </p:sp>
      <p:sp>
        <p:nvSpPr>
          <p:cNvPr id="5" name="Rectangle 4">
            <a:extLst>
              <a:ext uri="{FF2B5EF4-FFF2-40B4-BE49-F238E27FC236}">
                <a16:creationId xmlns:a16="http://schemas.microsoft.com/office/drawing/2014/main" id="{C7722363-437F-CA42-9AFB-593021BA8D9C}"/>
              </a:ext>
            </a:extLst>
          </p:cNvPr>
          <p:cNvSpPr/>
          <p:nvPr/>
        </p:nvSpPr>
        <p:spPr>
          <a:xfrm>
            <a:off x="3657600" y="5014452"/>
            <a:ext cx="2074606" cy="11503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AF6F452-6B0A-ECD9-B00F-146083D60BE3}"/>
              </a:ext>
            </a:extLst>
          </p:cNvPr>
          <p:cNvSpPr/>
          <p:nvPr/>
        </p:nvSpPr>
        <p:spPr>
          <a:xfrm>
            <a:off x="4965290" y="5152103"/>
            <a:ext cx="2841523" cy="154858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8561E25-5754-F381-D77F-90E7955680E7}"/>
              </a:ext>
            </a:extLst>
          </p:cNvPr>
          <p:cNvSpPr/>
          <p:nvPr/>
        </p:nvSpPr>
        <p:spPr>
          <a:xfrm>
            <a:off x="1189703" y="6331974"/>
            <a:ext cx="1514168" cy="2163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135EE5AA-8460-4781-7AAE-00B9AD9E64EA}"/>
              </a:ext>
            </a:extLst>
          </p:cNvPr>
          <p:cNvSpPr txBox="1"/>
          <p:nvPr/>
        </p:nvSpPr>
        <p:spPr>
          <a:xfrm>
            <a:off x="117987" y="983226"/>
            <a:ext cx="11602065" cy="5693866"/>
          </a:xfrm>
          <a:prstGeom prst="rect">
            <a:avLst/>
          </a:prstGeom>
          <a:noFill/>
        </p:spPr>
        <p:txBody>
          <a:bodyPr wrap="square" rtlCol="0">
            <a:spAutoFit/>
          </a:bodyPr>
          <a:lstStyle/>
          <a:p>
            <a:pPr lvl="0"/>
            <a:r>
              <a:rPr lang="en-US" sz="2000" b="1" dirty="0">
                <a:latin typeface="Cambria" panose="02040503050406030204" pitchFamily="18" charset="0"/>
                <a:ea typeface="Cambria" panose="02040503050406030204" pitchFamily="18" charset="0"/>
              </a:rPr>
              <a:t>Required Hardware:</a:t>
            </a:r>
          </a:p>
          <a:p>
            <a:pPr lvl="0"/>
            <a:endParaRPr lang="en-US" sz="2000" b="1" dirty="0">
              <a:latin typeface="Cambria" panose="02040503050406030204" pitchFamily="18" charset="0"/>
              <a:ea typeface="Cambria" panose="02040503050406030204" pitchFamily="18" charset="0"/>
            </a:endParaRPr>
          </a:p>
          <a:p>
            <a:pPr marL="285750" lvl="0" indent="-285750">
              <a:buFont typeface="Arial" panose="020B0604020202020204" pitchFamily="34" charset="0"/>
              <a:buChar char="•"/>
            </a:pPr>
            <a:r>
              <a:rPr lang="en-US" dirty="0">
                <a:latin typeface="Cambria" panose="02040503050406030204" pitchFamily="18" charset="0"/>
                <a:ea typeface="Cambria" panose="02040503050406030204" pitchFamily="18" charset="0"/>
              </a:rPr>
              <a:t>Microcontroller: STM32 Blue Pill (STM32F103C8T6) and ST Link V2</a:t>
            </a:r>
          </a:p>
          <a:p>
            <a:pPr marL="285750" lvl="0" indent="-285750">
              <a:buFont typeface="Arial" panose="020B0604020202020204" pitchFamily="34" charset="0"/>
              <a:buChar char="•"/>
            </a:pPr>
            <a:r>
              <a:rPr lang="en-US" dirty="0">
                <a:latin typeface="Cambria" panose="02040503050406030204" pitchFamily="18" charset="0"/>
                <a:ea typeface="Cambria" panose="02040503050406030204" pitchFamily="18" charset="0"/>
              </a:rPr>
              <a:t>Power Supply:</a:t>
            </a:r>
          </a:p>
          <a:p>
            <a:pPr lvl="0"/>
            <a:r>
              <a:rPr lang="en-US" dirty="0">
                <a:latin typeface="Cambria" panose="02040503050406030204" pitchFamily="18" charset="0"/>
                <a:ea typeface="Cambria" panose="02040503050406030204" pitchFamily="18" charset="0"/>
              </a:rPr>
              <a:t>	230 V/5 V step-down transformer</a:t>
            </a:r>
          </a:p>
          <a:p>
            <a:pPr lvl="0"/>
            <a:r>
              <a:rPr lang="en-US" dirty="0">
                <a:latin typeface="Cambria" panose="02040503050406030204" pitchFamily="18" charset="0"/>
                <a:ea typeface="Cambria" panose="02040503050406030204" pitchFamily="18" charset="0"/>
              </a:rPr>
              <a:t>	Bridge rectifier			      Power Adapter (5V 1A)</a:t>
            </a:r>
          </a:p>
          <a:p>
            <a:pPr lvl="0"/>
            <a:r>
              <a:rPr lang="en-US" dirty="0">
                <a:latin typeface="Cambria" panose="02040503050406030204" pitchFamily="18" charset="0"/>
                <a:ea typeface="Cambria" panose="02040503050406030204" pitchFamily="18" charset="0"/>
              </a:rPr>
              <a:t>	Voltage regulators</a:t>
            </a:r>
          </a:p>
          <a:p>
            <a:pPr marL="285750" lvl="0" indent="-285750">
              <a:buFont typeface="Arial" panose="020B0604020202020204" pitchFamily="34" charset="0"/>
              <a:buChar char="•"/>
            </a:pPr>
            <a:r>
              <a:rPr lang="en-US" dirty="0">
                <a:latin typeface="Cambria" panose="02040503050406030204" pitchFamily="18" charset="0"/>
                <a:ea typeface="Cambria" panose="02040503050406030204" pitchFamily="18" charset="0"/>
              </a:rPr>
              <a:t>Voltage Sensing: Potential Transformers (PTs)/ ZMPT101B sensor</a:t>
            </a:r>
          </a:p>
          <a:p>
            <a:pPr marL="285750" lvl="0" indent="-285750">
              <a:buFont typeface="Arial" panose="020B0604020202020204" pitchFamily="34" charset="0"/>
              <a:buChar char="•"/>
            </a:pPr>
            <a:r>
              <a:rPr lang="en-US" dirty="0">
                <a:latin typeface="Cambria" panose="02040503050406030204" pitchFamily="18" charset="0"/>
                <a:ea typeface="Cambria" panose="02040503050406030204" pitchFamily="18" charset="0"/>
              </a:rPr>
              <a:t>Current Sensing: Current Transformers (CTs)/ ACS712 sensor</a:t>
            </a:r>
          </a:p>
          <a:p>
            <a:pPr marL="285750" lvl="0" indent="-285750">
              <a:buFont typeface="Arial" panose="020B0604020202020204" pitchFamily="34" charset="0"/>
              <a:buChar char="•"/>
            </a:pPr>
            <a:r>
              <a:rPr lang="en-US" dirty="0">
                <a:latin typeface="Cambria" panose="02040503050406030204" pitchFamily="18" charset="0"/>
                <a:ea typeface="Cambria" panose="02040503050406030204" pitchFamily="18" charset="0"/>
              </a:rPr>
              <a:t>Power Factor Correction: 440 VAC capacitor banks</a:t>
            </a:r>
          </a:p>
          <a:p>
            <a:pPr marL="285750" lvl="0" indent="-285750">
              <a:buFont typeface="Arial" panose="020B0604020202020204" pitchFamily="34" charset="0"/>
              <a:buChar char="•"/>
            </a:pPr>
            <a:r>
              <a:rPr lang="en-US" dirty="0">
                <a:latin typeface="Cambria" panose="02040503050406030204" pitchFamily="18" charset="0"/>
                <a:ea typeface="Cambria" panose="02040503050406030204" pitchFamily="18" charset="0"/>
              </a:rPr>
              <a:t>Switching Circuit: 4 channel relay driver (with opto coupler)</a:t>
            </a:r>
          </a:p>
          <a:p>
            <a:pPr marL="285750" lvl="0" indent="-285750">
              <a:buFont typeface="Arial" panose="020B0604020202020204" pitchFamily="34" charset="0"/>
              <a:buChar char="•"/>
            </a:pPr>
            <a:r>
              <a:rPr lang="en-US" dirty="0">
                <a:latin typeface="Cambria" panose="02040503050406030204" pitchFamily="18" charset="0"/>
                <a:ea typeface="Cambria" panose="02040503050406030204" pitchFamily="18" charset="0"/>
              </a:rPr>
              <a:t>Protection: M</a:t>
            </a:r>
            <a:r>
              <a:rPr lang="en-US" dirty="0"/>
              <a:t>iniature </a:t>
            </a:r>
            <a:r>
              <a:rPr lang="en-US" dirty="0">
                <a:latin typeface="Cambria" panose="02040503050406030204" pitchFamily="18" charset="0"/>
                <a:ea typeface="Cambria" panose="02040503050406030204" pitchFamily="18" charset="0"/>
              </a:rPr>
              <a:t> Circuit Breakers (MCB)</a:t>
            </a:r>
          </a:p>
          <a:p>
            <a:pPr marL="285750" lvl="0" indent="-285750">
              <a:buFont typeface="Arial" panose="020B0604020202020204" pitchFamily="34" charset="0"/>
              <a:buChar char="•"/>
            </a:pPr>
            <a:r>
              <a:rPr lang="en-US" dirty="0">
                <a:latin typeface="Cambria" panose="02040503050406030204" pitchFamily="18" charset="0"/>
                <a:ea typeface="Cambria" panose="02040503050406030204" pitchFamily="18" charset="0"/>
              </a:rPr>
              <a:t>Display: 20×4 LCD display</a:t>
            </a:r>
          </a:p>
          <a:p>
            <a:pPr marL="285750" lvl="0" indent="-285750">
              <a:buFont typeface="Arial" panose="020B0604020202020204" pitchFamily="34" charset="0"/>
              <a:buChar char="•"/>
            </a:pPr>
            <a:r>
              <a:rPr lang="en-US" dirty="0">
                <a:latin typeface="Cambria" panose="02040503050406030204" pitchFamily="18" charset="0"/>
                <a:ea typeface="Cambria" panose="02040503050406030204" pitchFamily="18" charset="0"/>
              </a:rPr>
              <a:t>Enclosure: IP54-rated industrial electrical panel</a:t>
            </a:r>
          </a:p>
          <a:p>
            <a:pPr lvl="0"/>
            <a:endParaRPr lang="en-US" dirty="0">
              <a:latin typeface="Cambria" panose="02040503050406030204" pitchFamily="18" charset="0"/>
              <a:ea typeface="Cambria" panose="02040503050406030204" pitchFamily="18" charset="0"/>
            </a:endParaRPr>
          </a:p>
          <a:p>
            <a:r>
              <a:rPr lang="en-US" b="1" dirty="0">
                <a:latin typeface="Cambria" panose="02040503050406030204" pitchFamily="18" charset="0"/>
                <a:ea typeface="Cambria" panose="02040503050406030204" pitchFamily="18" charset="0"/>
              </a:rPr>
              <a:t>Required Software :</a:t>
            </a:r>
          </a:p>
          <a:p>
            <a:endParaRPr lang="en-US" b="1" dirty="0">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STM32 Cube ide </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STM32CubeMX</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ST-Link Utility Programmer</a:t>
            </a:r>
          </a:p>
        </p:txBody>
      </p:sp>
      <p:sp>
        <p:nvSpPr>
          <p:cNvPr id="4" name="Right Brace 3">
            <a:extLst>
              <a:ext uri="{FF2B5EF4-FFF2-40B4-BE49-F238E27FC236}">
                <a16:creationId xmlns:a16="http://schemas.microsoft.com/office/drawing/2014/main" id="{0D270575-9334-4AC7-0EF5-B38D00C28D0E}"/>
              </a:ext>
            </a:extLst>
          </p:cNvPr>
          <p:cNvSpPr/>
          <p:nvPr/>
        </p:nvSpPr>
        <p:spPr>
          <a:xfrm>
            <a:off x="4709651" y="2300748"/>
            <a:ext cx="255639" cy="580104"/>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451743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E2017-764A-767E-86AB-E97DE17C1FAF}"/>
            </a:ext>
          </a:extLst>
        </p:cNvPr>
        <p:cNvGrpSpPr/>
        <p:nvPr/>
      </p:nvGrpSpPr>
      <p:grpSpPr>
        <a:xfrm>
          <a:off x="0" y="0"/>
          <a:ext cx="0" cy="0"/>
          <a:chOff x="0" y="0"/>
          <a:chExt cx="0" cy="0"/>
        </a:xfrm>
      </p:grpSpPr>
      <p:sp>
        <p:nvSpPr>
          <p:cNvPr id="7" name="Title 4">
            <a:extLst>
              <a:ext uri="{FF2B5EF4-FFF2-40B4-BE49-F238E27FC236}">
                <a16:creationId xmlns:a16="http://schemas.microsoft.com/office/drawing/2014/main" id="{5F046875-DEE0-06AA-7E83-108A05B39E82}"/>
              </a:ext>
            </a:extLst>
          </p:cNvPr>
          <p:cNvSpPr txBox="1">
            <a:spLocks/>
          </p:cNvSpPr>
          <p:nvPr/>
        </p:nvSpPr>
        <p:spPr>
          <a:xfrm>
            <a:off x="0" y="0"/>
            <a:ext cx="12192000" cy="914400"/>
          </a:xfrm>
          <a:prstGeom prst="rect">
            <a:avLst/>
          </a:prstGeom>
          <a:solidFill>
            <a:srgbClr val="FFC000"/>
          </a:solidFill>
          <a:ln w="25400"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lvl1pPr algn="ctr" rtl="0" eaLnBrk="0" fontAlgn="base" hangingPunct="0">
              <a:spcBef>
                <a:spcPct val="0"/>
              </a:spcBef>
              <a:spcAft>
                <a:spcPct val="0"/>
              </a:spcAft>
              <a:defRPr sz="4400" kern="1200">
                <a:solidFill>
                  <a:schemeClr val="lt1"/>
                </a:solidFill>
                <a:latin typeface="+mn-lt"/>
                <a:ea typeface="+mn-ea"/>
                <a:cs typeface="+mn-cs"/>
              </a:defRPr>
            </a:lvl1pPr>
            <a:lvl2pPr algn="ctr" rtl="0" eaLnBrk="0" fontAlgn="base" hangingPunct="0">
              <a:spcBef>
                <a:spcPct val="0"/>
              </a:spcBef>
              <a:spcAft>
                <a:spcPct val="0"/>
              </a:spcAft>
              <a:defRPr sz="4400">
                <a:solidFill>
                  <a:schemeClr val="lt1"/>
                </a:solidFill>
                <a:latin typeface="+mn-lt"/>
                <a:ea typeface="+mn-ea"/>
                <a:cs typeface="+mn-cs"/>
              </a:defRPr>
            </a:lvl2pPr>
            <a:lvl3pPr algn="ctr" rtl="0" eaLnBrk="0" fontAlgn="base" hangingPunct="0">
              <a:spcBef>
                <a:spcPct val="0"/>
              </a:spcBef>
              <a:spcAft>
                <a:spcPct val="0"/>
              </a:spcAft>
              <a:defRPr sz="4400">
                <a:solidFill>
                  <a:schemeClr val="lt1"/>
                </a:solidFill>
                <a:latin typeface="+mn-lt"/>
                <a:ea typeface="+mn-ea"/>
                <a:cs typeface="+mn-cs"/>
              </a:defRPr>
            </a:lvl3pPr>
            <a:lvl4pPr algn="ctr" rtl="0" eaLnBrk="0" fontAlgn="base" hangingPunct="0">
              <a:spcBef>
                <a:spcPct val="0"/>
              </a:spcBef>
              <a:spcAft>
                <a:spcPct val="0"/>
              </a:spcAft>
              <a:defRPr sz="4400">
                <a:solidFill>
                  <a:schemeClr val="lt1"/>
                </a:solidFill>
                <a:latin typeface="+mn-lt"/>
                <a:ea typeface="+mn-ea"/>
                <a:cs typeface="+mn-cs"/>
              </a:defRPr>
            </a:lvl4pPr>
            <a:lvl5pPr algn="ctr" rtl="0" eaLnBrk="0" fontAlgn="base" hangingPunct="0">
              <a:spcBef>
                <a:spcPct val="0"/>
              </a:spcBef>
              <a:spcAft>
                <a:spcPct val="0"/>
              </a:spcAft>
              <a:defRPr sz="4400">
                <a:solidFill>
                  <a:schemeClr val="lt1"/>
                </a:solidFill>
                <a:latin typeface="+mn-lt"/>
                <a:ea typeface="+mn-ea"/>
                <a:cs typeface="+mn-cs"/>
              </a:defRPr>
            </a:lvl5pPr>
            <a:lvl6pPr marL="457200" algn="ctr" rtl="0" fontAlgn="base">
              <a:spcBef>
                <a:spcPct val="0"/>
              </a:spcBef>
              <a:spcAft>
                <a:spcPct val="0"/>
              </a:spcAft>
              <a:defRPr sz="4400">
                <a:solidFill>
                  <a:schemeClr val="lt1"/>
                </a:solidFill>
                <a:latin typeface="+mn-lt"/>
                <a:ea typeface="+mn-ea"/>
                <a:cs typeface="+mn-cs"/>
              </a:defRPr>
            </a:lvl6pPr>
            <a:lvl7pPr marL="914400" algn="ctr" rtl="0" fontAlgn="base">
              <a:spcBef>
                <a:spcPct val="0"/>
              </a:spcBef>
              <a:spcAft>
                <a:spcPct val="0"/>
              </a:spcAft>
              <a:defRPr sz="4400">
                <a:solidFill>
                  <a:schemeClr val="lt1"/>
                </a:solidFill>
                <a:latin typeface="+mn-lt"/>
                <a:ea typeface="+mn-ea"/>
                <a:cs typeface="+mn-cs"/>
              </a:defRPr>
            </a:lvl7pPr>
            <a:lvl8pPr marL="1371600" algn="ctr" rtl="0" fontAlgn="base">
              <a:spcBef>
                <a:spcPct val="0"/>
              </a:spcBef>
              <a:spcAft>
                <a:spcPct val="0"/>
              </a:spcAft>
              <a:defRPr sz="4400">
                <a:solidFill>
                  <a:schemeClr val="lt1"/>
                </a:solidFill>
                <a:latin typeface="+mn-lt"/>
                <a:ea typeface="+mn-ea"/>
                <a:cs typeface="+mn-cs"/>
              </a:defRPr>
            </a:lvl8pPr>
            <a:lvl9pPr marL="1828800" algn="ctr" rtl="0" fontAlgn="base">
              <a:spcBef>
                <a:spcPct val="0"/>
              </a:spcBef>
              <a:spcAft>
                <a:spcPct val="0"/>
              </a:spcAft>
              <a:defRPr sz="4400">
                <a:solidFill>
                  <a:schemeClr val="lt1"/>
                </a:solidFill>
                <a:latin typeface="+mn-lt"/>
                <a:ea typeface="+mn-ea"/>
                <a:cs typeface="+mn-cs"/>
              </a:defRPr>
            </a:lvl9pPr>
          </a:lstStyle>
          <a:p>
            <a:pPr>
              <a:defRPr/>
            </a:pPr>
            <a:endParaRPr lang="en-US" sz="2800" b="1" dirty="0">
              <a:solidFill>
                <a:schemeClr val="tx1"/>
              </a:solidFill>
            </a:endParaRPr>
          </a:p>
        </p:txBody>
      </p:sp>
      <p:pic>
        <p:nvPicPr>
          <p:cNvPr id="11" name="Picture 4" descr="Copy of INCONRIT 2016 (1).jpg">
            <a:extLst>
              <a:ext uri="{FF2B5EF4-FFF2-40B4-BE49-F238E27FC236}">
                <a16:creationId xmlns:a16="http://schemas.microsoft.com/office/drawing/2014/main" id="{9E8FC1CF-419A-DA32-0093-FD97284D3695}"/>
              </a:ext>
            </a:extLst>
          </p:cNvPr>
          <p:cNvPicPr>
            <a:picLocks noChangeAspect="1"/>
          </p:cNvPicPr>
          <p:nvPr/>
        </p:nvPicPr>
        <p:blipFill>
          <a:blip r:embed="rId2">
            <a:lum contrast="30000"/>
            <a:extLst>
              <a:ext uri="{28A0092B-C50C-407E-A947-70E740481C1C}">
                <a14:useLocalDpi xmlns:a14="http://schemas.microsoft.com/office/drawing/2010/main" val="0"/>
              </a:ext>
            </a:extLst>
          </a:blip>
          <a:srcRect/>
          <a:stretch>
            <a:fillRect/>
          </a:stretch>
        </p:blipFill>
        <p:spPr bwMode="auto">
          <a:xfrm>
            <a:off x="10619978" y="251619"/>
            <a:ext cx="871538"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a:extLst>
              <a:ext uri="{FF2B5EF4-FFF2-40B4-BE49-F238E27FC236}">
                <a16:creationId xmlns:a16="http://schemas.microsoft.com/office/drawing/2014/main" id="{CB9CFEC6-BBC7-5F32-7D7A-4881B80B73AE}"/>
              </a:ext>
            </a:extLst>
          </p:cNvPr>
          <p:cNvSpPr txBox="1"/>
          <p:nvPr/>
        </p:nvSpPr>
        <p:spPr>
          <a:xfrm>
            <a:off x="265471" y="167148"/>
            <a:ext cx="8072284" cy="584775"/>
          </a:xfrm>
          <a:prstGeom prst="rect">
            <a:avLst/>
          </a:prstGeom>
          <a:noFill/>
        </p:spPr>
        <p:txBody>
          <a:bodyPr wrap="square" rtlCol="0">
            <a:spAutoFit/>
          </a:bodyPr>
          <a:lstStyle/>
          <a:p>
            <a:r>
              <a:rPr lang="en-US" sz="3200" dirty="0">
                <a:latin typeface="Cambria" panose="02040503050406030204" pitchFamily="18" charset="0"/>
                <a:ea typeface="Cambria" panose="02040503050406030204" pitchFamily="18" charset="0"/>
              </a:rPr>
              <a:t>Technical Specifications</a:t>
            </a:r>
          </a:p>
        </p:txBody>
      </p:sp>
      <p:sp>
        <p:nvSpPr>
          <p:cNvPr id="5" name="Rectangle 4">
            <a:extLst>
              <a:ext uri="{FF2B5EF4-FFF2-40B4-BE49-F238E27FC236}">
                <a16:creationId xmlns:a16="http://schemas.microsoft.com/office/drawing/2014/main" id="{2F6FEDFD-4AD4-93DC-FCA5-773D909E4E7E}"/>
              </a:ext>
            </a:extLst>
          </p:cNvPr>
          <p:cNvSpPr/>
          <p:nvPr/>
        </p:nvSpPr>
        <p:spPr>
          <a:xfrm>
            <a:off x="3657600" y="5014452"/>
            <a:ext cx="2074606" cy="11503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8CCCA37-4DF5-F75F-0C12-D0B96BA1D089}"/>
              </a:ext>
            </a:extLst>
          </p:cNvPr>
          <p:cNvSpPr/>
          <p:nvPr/>
        </p:nvSpPr>
        <p:spPr>
          <a:xfrm>
            <a:off x="4965290" y="5152103"/>
            <a:ext cx="2841523" cy="154858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FDE48BA-824C-1E93-0ADE-8A71BA5E5683}"/>
              </a:ext>
            </a:extLst>
          </p:cNvPr>
          <p:cNvSpPr/>
          <p:nvPr/>
        </p:nvSpPr>
        <p:spPr>
          <a:xfrm>
            <a:off x="1189703" y="6331974"/>
            <a:ext cx="1514168" cy="2163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able 8">
            <a:extLst>
              <a:ext uri="{FF2B5EF4-FFF2-40B4-BE49-F238E27FC236}">
                <a16:creationId xmlns:a16="http://schemas.microsoft.com/office/drawing/2014/main" id="{CD0CB9A1-8FA2-2719-359B-D9837EBADD89}"/>
              </a:ext>
            </a:extLst>
          </p:cNvPr>
          <p:cNvGraphicFramePr>
            <a:graphicFrameLocks noGrp="1"/>
          </p:cNvGraphicFramePr>
          <p:nvPr>
            <p:extLst>
              <p:ext uri="{D42A27DB-BD31-4B8C-83A1-F6EECF244321}">
                <p14:modId xmlns:p14="http://schemas.microsoft.com/office/powerpoint/2010/main" val="614136817"/>
              </p:ext>
            </p:extLst>
          </p:nvPr>
        </p:nvGraphicFramePr>
        <p:xfrm>
          <a:off x="1828800" y="1081548"/>
          <a:ext cx="8128000" cy="54610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562395750"/>
                    </a:ext>
                  </a:extLst>
                </a:gridCol>
                <a:gridCol w="4064000">
                  <a:extLst>
                    <a:ext uri="{9D8B030D-6E8A-4147-A177-3AD203B41FA5}">
                      <a16:colId xmlns:a16="http://schemas.microsoft.com/office/drawing/2014/main" val="665674611"/>
                    </a:ext>
                  </a:extLst>
                </a:gridCol>
              </a:tblGrid>
              <a:tr h="370840">
                <a:tc>
                  <a:txBody>
                    <a:bodyPr/>
                    <a:lstStyle/>
                    <a:p>
                      <a:pPr>
                        <a:buNone/>
                      </a:pPr>
                      <a:r>
                        <a:rPr lang="en-US" dirty="0">
                          <a:solidFill>
                            <a:schemeClr val="bg2">
                              <a:lumMod val="10000"/>
                            </a:schemeClr>
                          </a:solidFill>
                          <a:latin typeface="Cambria" panose="02040503050406030204" pitchFamily="18" charset="0"/>
                          <a:ea typeface="Cambria" panose="02040503050406030204" pitchFamily="18" charset="0"/>
                        </a:rPr>
                        <a:t>Parameter</a:t>
                      </a:r>
                    </a:p>
                  </a:txBody>
                  <a:tcPr anchor="ctr">
                    <a:solidFill>
                      <a:srgbClr val="FFC000"/>
                    </a:solidFill>
                  </a:tcPr>
                </a:tc>
                <a:tc>
                  <a:txBody>
                    <a:bodyPr/>
                    <a:lstStyle/>
                    <a:p>
                      <a:pPr>
                        <a:buNone/>
                      </a:pPr>
                      <a:r>
                        <a:rPr lang="en-US" dirty="0">
                          <a:solidFill>
                            <a:schemeClr val="bg2">
                              <a:lumMod val="10000"/>
                            </a:schemeClr>
                          </a:solidFill>
                          <a:latin typeface="Cambria" panose="02040503050406030204" pitchFamily="18" charset="0"/>
                          <a:ea typeface="Cambria" panose="02040503050406030204" pitchFamily="18" charset="0"/>
                        </a:rPr>
                        <a:t>Specification</a:t>
                      </a:r>
                    </a:p>
                  </a:txBody>
                  <a:tcPr anchor="ctr">
                    <a:solidFill>
                      <a:srgbClr val="FFC000"/>
                    </a:solidFill>
                  </a:tcPr>
                </a:tc>
                <a:extLst>
                  <a:ext uri="{0D108BD9-81ED-4DB2-BD59-A6C34878D82A}">
                    <a16:rowId xmlns:a16="http://schemas.microsoft.com/office/drawing/2014/main" val="2931967253"/>
                  </a:ext>
                </a:extLst>
              </a:tr>
              <a:tr h="370840">
                <a:tc>
                  <a:txBody>
                    <a:bodyPr/>
                    <a:lstStyle/>
                    <a:p>
                      <a:pPr>
                        <a:buNone/>
                      </a:pPr>
                      <a:r>
                        <a:rPr lang="en-US" dirty="0">
                          <a:latin typeface="Cambria" panose="02040503050406030204" pitchFamily="18" charset="0"/>
                          <a:ea typeface="Cambria" panose="02040503050406030204" pitchFamily="18" charset="0"/>
                        </a:rPr>
                        <a:t>Input Supply</a:t>
                      </a:r>
                    </a:p>
                  </a:txBody>
                  <a:tcPr anchor="ctr"/>
                </a:tc>
                <a:tc>
                  <a:txBody>
                    <a:bodyPr/>
                    <a:lstStyle/>
                    <a:p>
                      <a:pPr>
                        <a:buNone/>
                      </a:pPr>
                      <a:r>
                        <a:rPr lang="en-US">
                          <a:latin typeface="Cambria" panose="02040503050406030204" pitchFamily="18" charset="0"/>
                          <a:ea typeface="Cambria" panose="02040503050406030204" pitchFamily="18" charset="0"/>
                        </a:rPr>
                        <a:t>230 V AC ±10%, 50 Hz, single phase</a:t>
                      </a:r>
                    </a:p>
                  </a:txBody>
                  <a:tcPr anchor="ctr"/>
                </a:tc>
                <a:extLst>
                  <a:ext uri="{0D108BD9-81ED-4DB2-BD59-A6C34878D82A}">
                    <a16:rowId xmlns:a16="http://schemas.microsoft.com/office/drawing/2014/main" val="3776863018"/>
                  </a:ext>
                </a:extLst>
              </a:tr>
              <a:tr h="370840">
                <a:tc>
                  <a:txBody>
                    <a:bodyPr/>
                    <a:lstStyle/>
                    <a:p>
                      <a:pPr>
                        <a:buNone/>
                      </a:pPr>
                      <a:r>
                        <a:rPr lang="en-US">
                          <a:latin typeface="Cambria" panose="02040503050406030204" pitchFamily="18" charset="0"/>
                          <a:ea typeface="Cambria" panose="02040503050406030204" pitchFamily="18" charset="0"/>
                        </a:rPr>
                        <a:t>Load</a:t>
                      </a:r>
                    </a:p>
                  </a:txBody>
                  <a:tcPr anchor="ctr"/>
                </a:tc>
                <a:tc>
                  <a:txBody>
                    <a:bodyPr/>
                    <a:lstStyle/>
                    <a:p>
                      <a:pPr>
                        <a:buNone/>
                      </a:pPr>
                      <a:r>
                        <a:rPr lang="en-US" dirty="0">
                          <a:latin typeface="Cambria" panose="02040503050406030204" pitchFamily="18" charset="0"/>
                          <a:ea typeface="Cambria" panose="02040503050406030204" pitchFamily="18" charset="0"/>
                        </a:rPr>
                        <a:t>230 V single-phase commercial/inductive load</a:t>
                      </a:r>
                    </a:p>
                  </a:txBody>
                  <a:tcPr anchor="ctr"/>
                </a:tc>
                <a:extLst>
                  <a:ext uri="{0D108BD9-81ED-4DB2-BD59-A6C34878D82A}">
                    <a16:rowId xmlns:a16="http://schemas.microsoft.com/office/drawing/2014/main" val="3566769976"/>
                  </a:ext>
                </a:extLst>
              </a:tr>
              <a:tr h="370840">
                <a:tc>
                  <a:txBody>
                    <a:bodyPr/>
                    <a:lstStyle/>
                    <a:p>
                      <a:pPr>
                        <a:buNone/>
                      </a:pPr>
                      <a:r>
                        <a:rPr lang="en-US" dirty="0">
                          <a:latin typeface="Cambria" panose="02040503050406030204" pitchFamily="18" charset="0"/>
                          <a:ea typeface="Cambria" panose="02040503050406030204" pitchFamily="18" charset="0"/>
                        </a:rPr>
                        <a:t>Main Controller</a:t>
                      </a:r>
                    </a:p>
                  </a:txBody>
                  <a:tcPr anchor="ctr"/>
                </a:tc>
                <a:tc>
                  <a:txBody>
                    <a:bodyPr/>
                    <a:lstStyle/>
                    <a:p>
                      <a:pPr>
                        <a:buNone/>
                      </a:pPr>
                      <a:r>
                        <a:rPr lang="en-US">
                          <a:latin typeface="Cambria" panose="02040503050406030204" pitchFamily="18" charset="0"/>
                          <a:ea typeface="Cambria" panose="02040503050406030204" pitchFamily="18" charset="0"/>
                        </a:rPr>
                        <a:t>STM32F103C8T6 Blue Pill</a:t>
                      </a:r>
                    </a:p>
                  </a:txBody>
                  <a:tcPr anchor="ctr"/>
                </a:tc>
                <a:extLst>
                  <a:ext uri="{0D108BD9-81ED-4DB2-BD59-A6C34878D82A}">
                    <a16:rowId xmlns:a16="http://schemas.microsoft.com/office/drawing/2014/main" val="1682905313"/>
                  </a:ext>
                </a:extLst>
              </a:tr>
              <a:tr h="370840">
                <a:tc>
                  <a:txBody>
                    <a:bodyPr/>
                    <a:lstStyle/>
                    <a:p>
                      <a:pPr>
                        <a:buNone/>
                      </a:pPr>
                      <a:r>
                        <a:rPr lang="en-US">
                          <a:latin typeface="Cambria" panose="02040503050406030204" pitchFamily="18" charset="0"/>
                          <a:ea typeface="Cambria" panose="02040503050406030204" pitchFamily="18" charset="0"/>
                        </a:rPr>
                        <a:t>Controller Logic Voltage</a:t>
                      </a:r>
                    </a:p>
                  </a:txBody>
                  <a:tcPr anchor="ctr"/>
                </a:tc>
                <a:tc>
                  <a:txBody>
                    <a:bodyPr/>
                    <a:lstStyle/>
                    <a:p>
                      <a:pPr>
                        <a:buNone/>
                      </a:pPr>
                      <a:r>
                        <a:rPr lang="en-US">
                          <a:latin typeface="Cambria" panose="02040503050406030204" pitchFamily="18" charset="0"/>
                          <a:ea typeface="Cambria" panose="02040503050406030204" pitchFamily="18" charset="0"/>
                        </a:rPr>
                        <a:t>3.3 V DC</a:t>
                      </a:r>
                    </a:p>
                  </a:txBody>
                  <a:tcPr anchor="ctr"/>
                </a:tc>
                <a:extLst>
                  <a:ext uri="{0D108BD9-81ED-4DB2-BD59-A6C34878D82A}">
                    <a16:rowId xmlns:a16="http://schemas.microsoft.com/office/drawing/2014/main" val="2540843687"/>
                  </a:ext>
                </a:extLst>
              </a:tr>
              <a:tr h="370840">
                <a:tc>
                  <a:txBody>
                    <a:bodyPr/>
                    <a:lstStyle/>
                    <a:p>
                      <a:pPr>
                        <a:buNone/>
                      </a:pPr>
                      <a:r>
                        <a:rPr lang="en-US" dirty="0">
                          <a:latin typeface="Cambria" panose="02040503050406030204" pitchFamily="18" charset="0"/>
                          <a:ea typeface="Cambria" panose="02040503050406030204" pitchFamily="18" charset="0"/>
                        </a:rPr>
                        <a:t>ADC Resolution</a:t>
                      </a:r>
                    </a:p>
                  </a:txBody>
                  <a:tcPr anchor="ctr"/>
                </a:tc>
                <a:tc>
                  <a:txBody>
                    <a:bodyPr/>
                    <a:lstStyle/>
                    <a:p>
                      <a:pPr>
                        <a:buNone/>
                      </a:pPr>
                      <a:r>
                        <a:rPr lang="en-US">
                          <a:latin typeface="Cambria" panose="02040503050406030204" pitchFamily="18" charset="0"/>
                          <a:ea typeface="Cambria" panose="02040503050406030204" pitchFamily="18" charset="0"/>
                        </a:rPr>
                        <a:t>12-bit</a:t>
                      </a:r>
                    </a:p>
                  </a:txBody>
                  <a:tcPr anchor="ctr"/>
                </a:tc>
                <a:extLst>
                  <a:ext uri="{0D108BD9-81ED-4DB2-BD59-A6C34878D82A}">
                    <a16:rowId xmlns:a16="http://schemas.microsoft.com/office/drawing/2014/main" val="207193097"/>
                  </a:ext>
                </a:extLst>
              </a:tr>
              <a:tr h="370840">
                <a:tc>
                  <a:txBody>
                    <a:bodyPr/>
                    <a:lstStyle/>
                    <a:p>
                      <a:pPr>
                        <a:buNone/>
                      </a:pPr>
                      <a:r>
                        <a:rPr lang="en-US" dirty="0">
                          <a:latin typeface="Cambria" panose="02040503050406030204" pitchFamily="18" charset="0"/>
                          <a:ea typeface="Cambria" panose="02040503050406030204" pitchFamily="18" charset="0"/>
                        </a:rPr>
                        <a:t>ADC Input Range</a:t>
                      </a:r>
                    </a:p>
                  </a:txBody>
                  <a:tcPr anchor="ctr"/>
                </a:tc>
                <a:tc>
                  <a:txBody>
                    <a:bodyPr/>
                    <a:lstStyle/>
                    <a:p>
                      <a:pPr>
                        <a:buNone/>
                      </a:pPr>
                      <a:r>
                        <a:rPr lang="en-US">
                          <a:latin typeface="Cambria" panose="02040503050406030204" pitchFamily="18" charset="0"/>
                          <a:ea typeface="Cambria" panose="02040503050406030204" pitchFamily="18" charset="0"/>
                        </a:rPr>
                        <a:t>0–3.3 V</a:t>
                      </a:r>
                    </a:p>
                  </a:txBody>
                  <a:tcPr anchor="ctr"/>
                </a:tc>
                <a:extLst>
                  <a:ext uri="{0D108BD9-81ED-4DB2-BD59-A6C34878D82A}">
                    <a16:rowId xmlns:a16="http://schemas.microsoft.com/office/drawing/2014/main" val="4207507122"/>
                  </a:ext>
                </a:extLst>
              </a:tr>
              <a:tr h="370840">
                <a:tc>
                  <a:txBody>
                    <a:bodyPr/>
                    <a:lstStyle/>
                    <a:p>
                      <a:pPr>
                        <a:buNone/>
                      </a:pPr>
                      <a:r>
                        <a:rPr lang="en-US" dirty="0">
                          <a:latin typeface="Cambria" panose="02040503050406030204" pitchFamily="18" charset="0"/>
                          <a:ea typeface="Cambria" panose="02040503050406030204" pitchFamily="18" charset="0"/>
                        </a:rPr>
                        <a:t>Voltage Sensor</a:t>
                      </a:r>
                    </a:p>
                  </a:txBody>
                  <a:tcPr anchor="ctr"/>
                </a:tc>
                <a:tc>
                  <a:txBody>
                    <a:bodyPr/>
                    <a:lstStyle/>
                    <a:p>
                      <a:pPr>
                        <a:buNone/>
                      </a:pPr>
                      <a:r>
                        <a:rPr lang="en-US">
                          <a:latin typeface="Cambria" panose="02040503050406030204" pitchFamily="18" charset="0"/>
                          <a:ea typeface="Cambria" panose="02040503050406030204" pitchFamily="18" charset="0"/>
                        </a:rPr>
                        <a:t>ZMPT voltage sensor</a:t>
                      </a:r>
                    </a:p>
                  </a:txBody>
                  <a:tcPr anchor="ctr"/>
                </a:tc>
                <a:extLst>
                  <a:ext uri="{0D108BD9-81ED-4DB2-BD59-A6C34878D82A}">
                    <a16:rowId xmlns:a16="http://schemas.microsoft.com/office/drawing/2014/main" val="2916884404"/>
                  </a:ext>
                </a:extLst>
              </a:tr>
              <a:tr h="370840">
                <a:tc>
                  <a:txBody>
                    <a:bodyPr/>
                    <a:lstStyle/>
                    <a:p>
                      <a:pPr>
                        <a:buNone/>
                      </a:pPr>
                      <a:r>
                        <a:rPr lang="en-US">
                          <a:latin typeface="Cambria" panose="02040503050406030204" pitchFamily="18" charset="0"/>
                          <a:ea typeface="Cambria" panose="02040503050406030204" pitchFamily="18" charset="0"/>
                        </a:rPr>
                        <a:t>Current Sensor</a:t>
                      </a:r>
                    </a:p>
                  </a:txBody>
                  <a:tcPr anchor="ctr"/>
                </a:tc>
                <a:tc>
                  <a:txBody>
                    <a:bodyPr/>
                    <a:lstStyle/>
                    <a:p>
                      <a:pPr>
                        <a:buNone/>
                      </a:pPr>
                      <a:r>
                        <a:rPr lang="en-US">
                          <a:latin typeface="Cambria" panose="02040503050406030204" pitchFamily="18" charset="0"/>
                          <a:ea typeface="Cambria" panose="02040503050406030204" pitchFamily="18" charset="0"/>
                        </a:rPr>
                        <a:t>ACS712 Hall-effect current sensor</a:t>
                      </a:r>
                    </a:p>
                  </a:txBody>
                  <a:tcPr anchor="ctr"/>
                </a:tc>
                <a:extLst>
                  <a:ext uri="{0D108BD9-81ED-4DB2-BD59-A6C34878D82A}">
                    <a16:rowId xmlns:a16="http://schemas.microsoft.com/office/drawing/2014/main" val="1956912353"/>
                  </a:ext>
                </a:extLst>
              </a:tr>
              <a:tr h="370840">
                <a:tc>
                  <a:txBody>
                    <a:bodyPr/>
                    <a:lstStyle/>
                    <a:p>
                      <a:pPr>
                        <a:buNone/>
                      </a:pPr>
                      <a:r>
                        <a:rPr lang="en-US">
                          <a:latin typeface="Cambria" panose="02040503050406030204" pitchFamily="18" charset="0"/>
                          <a:ea typeface="Cambria" panose="02040503050406030204" pitchFamily="18" charset="0"/>
                        </a:rPr>
                        <a:t>Capacitor Stages</a:t>
                      </a:r>
                    </a:p>
                  </a:txBody>
                  <a:tcPr anchor="ctr"/>
                </a:tc>
                <a:tc>
                  <a:txBody>
                    <a:bodyPr/>
                    <a:lstStyle/>
                    <a:p>
                      <a:pPr>
                        <a:buNone/>
                      </a:pPr>
                      <a:r>
                        <a:rPr lang="en-US">
                          <a:latin typeface="Cambria" panose="02040503050406030204" pitchFamily="18" charset="0"/>
                          <a:ea typeface="Cambria" panose="02040503050406030204" pitchFamily="18" charset="0"/>
                        </a:rPr>
                        <a:t>2.5 µF, 6 µF, 10 µF, 20 µF</a:t>
                      </a:r>
                    </a:p>
                  </a:txBody>
                  <a:tcPr anchor="ctr"/>
                </a:tc>
                <a:extLst>
                  <a:ext uri="{0D108BD9-81ED-4DB2-BD59-A6C34878D82A}">
                    <a16:rowId xmlns:a16="http://schemas.microsoft.com/office/drawing/2014/main" val="2344795538"/>
                  </a:ext>
                </a:extLst>
              </a:tr>
              <a:tr h="370840">
                <a:tc>
                  <a:txBody>
                    <a:bodyPr/>
                    <a:lstStyle/>
                    <a:p>
                      <a:pPr>
                        <a:buNone/>
                      </a:pPr>
                      <a:r>
                        <a:rPr lang="en-US">
                          <a:latin typeface="Cambria" panose="02040503050406030204" pitchFamily="18" charset="0"/>
                          <a:ea typeface="Cambria" panose="02040503050406030204" pitchFamily="18" charset="0"/>
                        </a:rPr>
                        <a:t>Capacitor Voltage Rating</a:t>
                      </a:r>
                    </a:p>
                  </a:txBody>
                  <a:tcPr anchor="ctr"/>
                </a:tc>
                <a:tc>
                  <a:txBody>
                    <a:bodyPr/>
                    <a:lstStyle/>
                    <a:p>
                      <a:pPr>
                        <a:buNone/>
                      </a:pPr>
                      <a:r>
                        <a:rPr lang="en-US">
                          <a:latin typeface="Cambria" panose="02040503050406030204" pitchFamily="18" charset="0"/>
                          <a:ea typeface="Cambria" panose="02040503050406030204" pitchFamily="18" charset="0"/>
                        </a:rPr>
                        <a:t>440 V AC</a:t>
                      </a:r>
                    </a:p>
                  </a:txBody>
                  <a:tcPr anchor="ctr"/>
                </a:tc>
                <a:extLst>
                  <a:ext uri="{0D108BD9-81ED-4DB2-BD59-A6C34878D82A}">
                    <a16:rowId xmlns:a16="http://schemas.microsoft.com/office/drawing/2014/main" val="2528911384"/>
                  </a:ext>
                </a:extLst>
              </a:tr>
              <a:tr h="370840">
                <a:tc>
                  <a:txBody>
                    <a:bodyPr/>
                    <a:lstStyle/>
                    <a:p>
                      <a:pPr>
                        <a:buNone/>
                      </a:pPr>
                      <a:r>
                        <a:rPr lang="en-US">
                          <a:latin typeface="Cambria" panose="02040503050406030204" pitchFamily="18" charset="0"/>
                          <a:ea typeface="Cambria" panose="02040503050406030204" pitchFamily="18" charset="0"/>
                        </a:rPr>
                        <a:t>Switching</a:t>
                      </a:r>
                    </a:p>
                  </a:txBody>
                  <a:tcPr anchor="ctr"/>
                </a:tc>
                <a:tc>
                  <a:txBody>
                    <a:bodyPr/>
                    <a:lstStyle/>
                    <a:p>
                      <a:pPr>
                        <a:buNone/>
                      </a:pPr>
                      <a:r>
                        <a:rPr lang="en-US">
                          <a:latin typeface="Cambria" panose="02040503050406030204" pitchFamily="18" charset="0"/>
                          <a:ea typeface="Cambria" panose="02040503050406030204" pitchFamily="18" charset="0"/>
                        </a:rPr>
                        <a:t>4-channel relay module</a:t>
                      </a:r>
                    </a:p>
                  </a:txBody>
                  <a:tcPr anchor="ctr"/>
                </a:tc>
                <a:extLst>
                  <a:ext uri="{0D108BD9-81ED-4DB2-BD59-A6C34878D82A}">
                    <a16:rowId xmlns:a16="http://schemas.microsoft.com/office/drawing/2014/main" val="3048693166"/>
                  </a:ext>
                </a:extLst>
              </a:tr>
              <a:tr h="370840">
                <a:tc>
                  <a:txBody>
                    <a:bodyPr/>
                    <a:lstStyle/>
                    <a:p>
                      <a:pPr>
                        <a:buNone/>
                      </a:pPr>
                      <a:r>
                        <a:rPr lang="en-US">
                          <a:latin typeface="Cambria" panose="02040503050406030204" pitchFamily="18" charset="0"/>
                          <a:ea typeface="Cambria" panose="02040503050406030204" pitchFamily="18" charset="0"/>
                        </a:rPr>
                        <a:t>Display</a:t>
                      </a:r>
                    </a:p>
                  </a:txBody>
                  <a:tcPr anchor="ctr"/>
                </a:tc>
                <a:tc>
                  <a:txBody>
                    <a:bodyPr/>
                    <a:lstStyle/>
                    <a:p>
                      <a:pPr>
                        <a:buNone/>
                      </a:pPr>
                      <a:r>
                        <a:rPr lang="en-US" dirty="0">
                          <a:latin typeface="Cambria" panose="02040503050406030204" pitchFamily="18" charset="0"/>
                          <a:ea typeface="Cambria" panose="02040503050406030204" pitchFamily="18" charset="0"/>
                        </a:rPr>
                        <a:t>20×4 Character LCD with I²C(PC8574)</a:t>
                      </a:r>
                    </a:p>
                  </a:txBody>
                  <a:tcPr anchor="ctr"/>
                </a:tc>
                <a:extLst>
                  <a:ext uri="{0D108BD9-81ED-4DB2-BD59-A6C34878D82A}">
                    <a16:rowId xmlns:a16="http://schemas.microsoft.com/office/drawing/2014/main" val="3964554485"/>
                  </a:ext>
                </a:extLst>
              </a:tr>
              <a:tr h="370840">
                <a:tc>
                  <a:txBody>
                    <a:bodyPr/>
                    <a:lstStyle/>
                    <a:p>
                      <a:pPr>
                        <a:buNone/>
                      </a:pPr>
                      <a:r>
                        <a:rPr lang="en-US">
                          <a:latin typeface="Cambria" panose="02040503050406030204" pitchFamily="18" charset="0"/>
                          <a:ea typeface="Cambria" panose="02040503050406030204" pitchFamily="18" charset="0"/>
                        </a:rPr>
                        <a:t>Protection</a:t>
                      </a:r>
                    </a:p>
                  </a:txBody>
                  <a:tcPr anchor="ctr"/>
                </a:tc>
                <a:tc>
                  <a:txBody>
                    <a:bodyPr/>
                    <a:lstStyle/>
                    <a:p>
                      <a:pPr>
                        <a:buNone/>
                      </a:pPr>
                      <a:r>
                        <a:rPr lang="en-US" dirty="0">
                          <a:latin typeface="Cambria" panose="02040503050406030204" pitchFamily="18" charset="0"/>
                          <a:ea typeface="Cambria" panose="02040503050406030204" pitchFamily="18" charset="0"/>
                        </a:rPr>
                        <a:t>MCB</a:t>
                      </a:r>
                    </a:p>
                  </a:txBody>
                  <a:tcPr anchor="ctr"/>
                </a:tc>
                <a:extLst>
                  <a:ext uri="{0D108BD9-81ED-4DB2-BD59-A6C34878D82A}">
                    <a16:rowId xmlns:a16="http://schemas.microsoft.com/office/drawing/2014/main" val="428612372"/>
                  </a:ext>
                </a:extLst>
              </a:tr>
            </a:tbl>
          </a:graphicData>
        </a:graphic>
      </p:graphicFrame>
    </p:spTree>
    <p:extLst>
      <p:ext uri="{BB962C8B-B14F-4D97-AF65-F5344CB8AC3E}">
        <p14:creationId xmlns:p14="http://schemas.microsoft.com/office/powerpoint/2010/main" val="684788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3351E-BD2A-1F40-55AA-7BD388AC39EA}"/>
            </a:ext>
          </a:extLst>
        </p:cNvPr>
        <p:cNvGrpSpPr/>
        <p:nvPr/>
      </p:nvGrpSpPr>
      <p:grpSpPr>
        <a:xfrm>
          <a:off x="0" y="0"/>
          <a:ext cx="0" cy="0"/>
          <a:chOff x="0" y="0"/>
          <a:chExt cx="0" cy="0"/>
        </a:xfrm>
      </p:grpSpPr>
      <p:sp>
        <p:nvSpPr>
          <p:cNvPr id="7" name="Title 4">
            <a:extLst>
              <a:ext uri="{FF2B5EF4-FFF2-40B4-BE49-F238E27FC236}">
                <a16:creationId xmlns:a16="http://schemas.microsoft.com/office/drawing/2014/main" id="{3119DC59-B8F8-8689-7C2A-E4F8B0750159}"/>
              </a:ext>
            </a:extLst>
          </p:cNvPr>
          <p:cNvSpPr txBox="1">
            <a:spLocks/>
          </p:cNvSpPr>
          <p:nvPr/>
        </p:nvSpPr>
        <p:spPr>
          <a:xfrm>
            <a:off x="0" y="0"/>
            <a:ext cx="12192000" cy="914400"/>
          </a:xfrm>
          <a:prstGeom prst="rect">
            <a:avLst/>
          </a:prstGeom>
          <a:solidFill>
            <a:srgbClr val="FFC000"/>
          </a:solidFill>
          <a:ln w="25400"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lvl1pPr algn="ctr" rtl="0" eaLnBrk="0" fontAlgn="base" hangingPunct="0">
              <a:spcBef>
                <a:spcPct val="0"/>
              </a:spcBef>
              <a:spcAft>
                <a:spcPct val="0"/>
              </a:spcAft>
              <a:defRPr sz="4400" kern="1200">
                <a:solidFill>
                  <a:schemeClr val="lt1"/>
                </a:solidFill>
                <a:latin typeface="+mn-lt"/>
                <a:ea typeface="+mn-ea"/>
                <a:cs typeface="+mn-cs"/>
              </a:defRPr>
            </a:lvl1pPr>
            <a:lvl2pPr algn="ctr" rtl="0" eaLnBrk="0" fontAlgn="base" hangingPunct="0">
              <a:spcBef>
                <a:spcPct val="0"/>
              </a:spcBef>
              <a:spcAft>
                <a:spcPct val="0"/>
              </a:spcAft>
              <a:defRPr sz="4400">
                <a:solidFill>
                  <a:schemeClr val="lt1"/>
                </a:solidFill>
                <a:latin typeface="+mn-lt"/>
                <a:ea typeface="+mn-ea"/>
                <a:cs typeface="+mn-cs"/>
              </a:defRPr>
            </a:lvl2pPr>
            <a:lvl3pPr algn="ctr" rtl="0" eaLnBrk="0" fontAlgn="base" hangingPunct="0">
              <a:spcBef>
                <a:spcPct val="0"/>
              </a:spcBef>
              <a:spcAft>
                <a:spcPct val="0"/>
              </a:spcAft>
              <a:defRPr sz="4400">
                <a:solidFill>
                  <a:schemeClr val="lt1"/>
                </a:solidFill>
                <a:latin typeface="+mn-lt"/>
                <a:ea typeface="+mn-ea"/>
                <a:cs typeface="+mn-cs"/>
              </a:defRPr>
            </a:lvl3pPr>
            <a:lvl4pPr algn="ctr" rtl="0" eaLnBrk="0" fontAlgn="base" hangingPunct="0">
              <a:spcBef>
                <a:spcPct val="0"/>
              </a:spcBef>
              <a:spcAft>
                <a:spcPct val="0"/>
              </a:spcAft>
              <a:defRPr sz="4400">
                <a:solidFill>
                  <a:schemeClr val="lt1"/>
                </a:solidFill>
                <a:latin typeface="+mn-lt"/>
                <a:ea typeface="+mn-ea"/>
                <a:cs typeface="+mn-cs"/>
              </a:defRPr>
            </a:lvl4pPr>
            <a:lvl5pPr algn="ctr" rtl="0" eaLnBrk="0" fontAlgn="base" hangingPunct="0">
              <a:spcBef>
                <a:spcPct val="0"/>
              </a:spcBef>
              <a:spcAft>
                <a:spcPct val="0"/>
              </a:spcAft>
              <a:defRPr sz="4400">
                <a:solidFill>
                  <a:schemeClr val="lt1"/>
                </a:solidFill>
                <a:latin typeface="+mn-lt"/>
                <a:ea typeface="+mn-ea"/>
                <a:cs typeface="+mn-cs"/>
              </a:defRPr>
            </a:lvl5pPr>
            <a:lvl6pPr marL="457200" algn="ctr" rtl="0" fontAlgn="base">
              <a:spcBef>
                <a:spcPct val="0"/>
              </a:spcBef>
              <a:spcAft>
                <a:spcPct val="0"/>
              </a:spcAft>
              <a:defRPr sz="4400">
                <a:solidFill>
                  <a:schemeClr val="lt1"/>
                </a:solidFill>
                <a:latin typeface="+mn-lt"/>
                <a:ea typeface="+mn-ea"/>
                <a:cs typeface="+mn-cs"/>
              </a:defRPr>
            </a:lvl6pPr>
            <a:lvl7pPr marL="914400" algn="ctr" rtl="0" fontAlgn="base">
              <a:spcBef>
                <a:spcPct val="0"/>
              </a:spcBef>
              <a:spcAft>
                <a:spcPct val="0"/>
              </a:spcAft>
              <a:defRPr sz="4400">
                <a:solidFill>
                  <a:schemeClr val="lt1"/>
                </a:solidFill>
                <a:latin typeface="+mn-lt"/>
                <a:ea typeface="+mn-ea"/>
                <a:cs typeface="+mn-cs"/>
              </a:defRPr>
            </a:lvl7pPr>
            <a:lvl8pPr marL="1371600" algn="ctr" rtl="0" fontAlgn="base">
              <a:spcBef>
                <a:spcPct val="0"/>
              </a:spcBef>
              <a:spcAft>
                <a:spcPct val="0"/>
              </a:spcAft>
              <a:defRPr sz="4400">
                <a:solidFill>
                  <a:schemeClr val="lt1"/>
                </a:solidFill>
                <a:latin typeface="+mn-lt"/>
                <a:ea typeface="+mn-ea"/>
                <a:cs typeface="+mn-cs"/>
              </a:defRPr>
            </a:lvl8pPr>
            <a:lvl9pPr marL="1828800" algn="ctr" rtl="0" fontAlgn="base">
              <a:spcBef>
                <a:spcPct val="0"/>
              </a:spcBef>
              <a:spcAft>
                <a:spcPct val="0"/>
              </a:spcAft>
              <a:defRPr sz="4400">
                <a:solidFill>
                  <a:schemeClr val="lt1"/>
                </a:solidFill>
                <a:latin typeface="+mn-lt"/>
                <a:ea typeface="+mn-ea"/>
                <a:cs typeface="+mn-cs"/>
              </a:defRPr>
            </a:lvl9pPr>
          </a:lstStyle>
          <a:p>
            <a:pPr>
              <a:defRPr/>
            </a:pPr>
            <a:endParaRPr lang="en-US" sz="2800" b="1" dirty="0">
              <a:solidFill>
                <a:schemeClr val="tx1"/>
              </a:solidFill>
            </a:endParaRPr>
          </a:p>
        </p:txBody>
      </p:sp>
      <p:pic>
        <p:nvPicPr>
          <p:cNvPr id="11" name="Picture 4" descr="Copy of INCONRIT 2016 (1).jpg">
            <a:extLst>
              <a:ext uri="{FF2B5EF4-FFF2-40B4-BE49-F238E27FC236}">
                <a16:creationId xmlns:a16="http://schemas.microsoft.com/office/drawing/2014/main" id="{B57AE020-3FD8-F0EB-6B31-AD10C8194EE0}"/>
              </a:ext>
            </a:extLst>
          </p:cNvPr>
          <p:cNvPicPr>
            <a:picLocks noChangeAspect="1"/>
          </p:cNvPicPr>
          <p:nvPr/>
        </p:nvPicPr>
        <p:blipFill>
          <a:blip r:embed="rId2">
            <a:lum contrast="30000"/>
            <a:extLst>
              <a:ext uri="{28A0092B-C50C-407E-A947-70E740481C1C}">
                <a14:useLocalDpi xmlns:a14="http://schemas.microsoft.com/office/drawing/2010/main" val="0"/>
              </a:ext>
            </a:extLst>
          </a:blip>
          <a:srcRect/>
          <a:stretch>
            <a:fillRect/>
          </a:stretch>
        </p:blipFill>
        <p:spPr bwMode="auto">
          <a:xfrm>
            <a:off x="10619978" y="251619"/>
            <a:ext cx="871538"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a:extLst>
              <a:ext uri="{FF2B5EF4-FFF2-40B4-BE49-F238E27FC236}">
                <a16:creationId xmlns:a16="http://schemas.microsoft.com/office/drawing/2014/main" id="{86BC2E9A-F449-E788-C046-303C9D2C5FB6}"/>
              </a:ext>
            </a:extLst>
          </p:cNvPr>
          <p:cNvSpPr txBox="1"/>
          <p:nvPr/>
        </p:nvSpPr>
        <p:spPr>
          <a:xfrm>
            <a:off x="265471" y="167148"/>
            <a:ext cx="8072284" cy="584775"/>
          </a:xfrm>
          <a:prstGeom prst="rect">
            <a:avLst/>
          </a:prstGeom>
          <a:noFill/>
        </p:spPr>
        <p:txBody>
          <a:bodyPr wrap="square" rtlCol="0">
            <a:spAutoFit/>
          </a:bodyPr>
          <a:lstStyle/>
          <a:p>
            <a:r>
              <a:rPr lang="en-US" sz="3200" dirty="0">
                <a:latin typeface="Cambria" panose="02040503050406030204" pitchFamily="18" charset="0"/>
                <a:ea typeface="Cambria" panose="02040503050406030204" pitchFamily="18" charset="0"/>
              </a:rPr>
              <a:t>Technical Specifications</a:t>
            </a:r>
          </a:p>
        </p:txBody>
      </p:sp>
      <p:sp>
        <p:nvSpPr>
          <p:cNvPr id="5" name="Rectangle 4">
            <a:extLst>
              <a:ext uri="{FF2B5EF4-FFF2-40B4-BE49-F238E27FC236}">
                <a16:creationId xmlns:a16="http://schemas.microsoft.com/office/drawing/2014/main" id="{C7FB13AD-017F-325A-18B8-BDED009EB02E}"/>
              </a:ext>
            </a:extLst>
          </p:cNvPr>
          <p:cNvSpPr/>
          <p:nvPr/>
        </p:nvSpPr>
        <p:spPr>
          <a:xfrm>
            <a:off x="3657600" y="5014452"/>
            <a:ext cx="2074606" cy="11503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DE1356B-A69C-32E3-3901-46655E6020FA}"/>
              </a:ext>
            </a:extLst>
          </p:cNvPr>
          <p:cNvSpPr/>
          <p:nvPr/>
        </p:nvSpPr>
        <p:spPr>
          <a:xfrm>
            <a:off x="1189703" y="6331974"/>
            <a:ext cx="1514168" cy="2163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able 8">
            <a:extLst>
              <a:ext uri="{FF2B5EF4-FFF2-40B4-BE49-F238E27FC236}">
                <a16:creationId xmlns:a16="http://schemas.microsoft.com/office/drawing/2014/main" id="{269B3145-68FC-312E-01DE-BB2D696D2452}"/>
              </a:ext>
            </a:extLst>
          </p:cNvPr>
          <p:cNvGraphicFramePr>
            <a:graphicFrameLocks noGrp="1"/>
          </p:cNvGraphicFramePr>
          <p:nvPr>
            <p:extLst>
              <p:ext uri="{D42A27DB-BD31-4B8C-83A1-F6EECF244321}">
                <p14:modId xmlns:p14="http://schemas.microsoft.com/office/powerpoint/2010/main" val="2877213813"/>
              </p:ext>
            </p:extLst>
          </p:nvPr>
        </p:nvGraphicFramePr>
        <p:xfrm>
          <a:off x="1828800" y="1081548"/>
          <a:ext cx="8128000" cy="32359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562395750"/>
                    </a:ext>
                  </a:extLst>
                </a:gridCol>
                <a:gridCol w="4064000">
                  <a:extLst>
                    <a:ext uri="{9D8B030D-6E8A-4147-A177-3AD203B41FA5}">
                      <a16:colId xmlns:a16="http://schemas.microsoft.com/office/drawing/2014/main" val="665674611"/>
                    </a:ext>
                  </a:extLst>
                </a:gridCol>
              </a:tblGrid>
              <a:tr h="370840">
                <a:tc>
                  <a:txBody>
                    <a:bodyPr/>
                    <a:lstStyle/>
                    <a:p>
                      <a:pPr>
                        <a:buNone/>
                      </a:pPr>
                      <a:r>
                        <a:rPr lang="en-US" dirty="0">
                          <a:solidFill>
                            <a:schemeClr val="bg2">
                              <a:lumMod val="10000"/>
                            </a:schemeClr>
                          </a:solidFill>
                          <a:latin typeface="Cambria" panose="02040503050406030204" pitchFamily="18" charset="0"/>
                          <a:ea typeface="Cambria" panose="02040503050406030204" pitchFamily="18" charset="0"/>
                        </a:rPr>
                        <a:t>Parameter</a:t>
                      </a:r>
                    </a:p>
                  </a:txBody>
                  <a:tcPr anchor="ctr">
                    <a:solidFill>
                      <a:srgbClr val="FFC000"/>
                    </a:solidFill>
                  </a:tcPr>
                </a:tc>
                <a:tc>
                  <a:txBody>
                    <a:bodyPr/>
                    <a:lstStyle/>
                    <a:p>
                      <a:pPr>
                        <a:buNone/>
                      </a:pPr>
                      <a:r>
                        <a:rPr lang="en-US" dirty="0">
                          <a:solidFill>
                            <a:schemeClr val="bg2">
                              <a:lumMod val="10000"/>
                            </a:schemeClr>
                          </a:solidFill>
                          <a:latin typeface="Cambria" panose="02040503050406030204" pitchFamily="18" charset="0"/>
                          <a:ea typeface="Cambria" panose="02040503050406030204" pitchFamily="18" charset="0"/>
                        </a:rPr>
                        <a:t>Specification</a:t>
                      </a:r>
                    </a:p>
                  </a:txBody>
                  <a:tcPr anchor="ctr">
                    <a:solidFill>
                      <a:srgbClr val="FFC000"/>
                    </a:solidFill>
                  </a:tcPr>
                </a:tc>
                <a:extLst>
                  <a:ext uri="{0D108BD9-81ED-4DB2-BD59-A6C34878D82A}">
                    <a16:rowId xmlns:a16="http://schemas.microsoft.com/office/drawing/2014/main" val="2931967253"/>
                  </a:ext>
                </a:extLst>
              </a:tr>
              <a:tr h="370840">
                <a:tc>
                  <a:txBody>
                    <a:bodyPr/>
                    <a:lstStyle/>
                    <a:p>
                      <a:pPr>
                        <a:buNone/>
                      </a:pPr>
                      <a:r>
                        <a:rPr lang="en-US" dirty="0">
                          <a:latin typeface="Cambria" panose="02040503050406030204" pitchFamily="18" charset="0"/>
                          <a:ea typeface="Cambria" panose="02040503050406030204" pitchFamily="18" charset="0"/>
                        </a:rPr>
                        <a:t>Prototype PCB</a:t>
                      </a:r>
                    </a:p>
                  </a:txBody>
                  <a:tcPr anchor="ctr"/>
                </a:tc>
                <a:tc>
                  <a:txBody>
                    <a:bodyPr/>
                    <a:lstStyle/>
                    <a:p>
                      <a:pPr>
                        <a:buNone/>
                      </a:pPr>
                      <a:r>
                        <a:rPr lang="en-US" dirty="0">
                          <a:latin typeface="Cambria" panose="02040503050406030204" pitchFamily="18" charset="0"/>
                          <a:ea typeface="Cambria" panose="02040503050406030204" pitchFamily="18" charset="0"/>
                        </a:rPr>
                        <a:t>Zero PCB with soldered header pins</a:t>
                      </a:r>
                    </a:p>
                  </a:txBody>
                  <a:tcPr anchor="ctr"/>
                </a:tc>
                <a:extLst>
                  <a:ext uri="{0D108BD9-81ED-4DB2-BD59-A6C34878D82A}">
                    <a16:rowId xmlns:a16="http://schemas.microsoft.com/office/drawing/2014/main" val="1752317651"/>
                  </a:ext>
                </a:extLst>
              </a:tr>
              <a:tr h="370840">
                <a:tc>
                  <a:txBody>
                    <a:bodyPr/>
                    <a:lstStyle/>
                    <a:p>
                      <a:pPr>
                        <a:buNone/>
                      </a:pPr>
                      <a:r>
                        <a:rPr lang="en-US" dirty="0">
                          <a:latin typeface="Cambria" panose="02040503050406030204" pitchFamily="18" charset="0"/>
                          <a:ea typeface="Cambria" panose="02040503050406030204" pitchFamily="18" charset="0"/>
                        </a:rPr>
                        <a:t>PCB Design Software</a:t>
                      </a:r>
                    </a:p>
                  </a:txBody>
                  <a:tcPr anchor="ctr"/>
                </a:tc>
                <a:tc>
                  <a:txBody>
                    <a:bodyPr/>
                    <a:lstStyle/>
                    <a:p>
                      <a:pPr>
                        <a:buNone/>
                      </a:pPr>
                      <a:r>
                        <a:rPr lang="en-US" dirty="0">
                          <a:latin typeface="Cambria" panose="02040503050406030204" pitchFamily="18" charset="0"/>
                          <a:ea typeface="Cambria" panose="02040503050406030204" pitchFamily="18" charset="0"/>
                        </a:rPr>
                        <a:t>KiCad</a:t>
                      </a:r>
                    </a:p>
                  </a:txBody>
                  <a:tcPr anchor="ctr"/>
                </a:tc>
                <a:extLst>
                  <a:ext uri="{0D108BD9-81ED-4DB2-BD59-A6C34878D82A}">
                    <a16:rowId xmlns:a16="http://schemas.microsoft.com/office/drawing/2014/main" val="781726213"/>
                  </a:ext>
                </a:extLst>
              </a:tr>
              <a:tr h="370840">
                <a:tc>
                  <a:txBody>
                    <a:bodyPr/>
                    <a:lstStyle/>
                    <a:p>
                      <a:pPr>
                        <a:buNone/>
                      </a:pPr>
                      <a:r>
                        <a:rPr lang="en-US">
                          <a:latin typeface="Cambria" panose="02040503050406030204" pitchFamily="18" charset="0"/>
                          <a:ea typeface="Cambria" panose="02040503050406030204" pitchFamily="18" charset="0"/>
                        </a:rPr>
                        <a:t>Firmware Development</a:t>
                      </a:r>
                    </a:p>
                  </a:txBody>
                  <a:tcPr anchor="ctr"/>
                </a:tc>
                <a:tc>
                  <a:txBody>
                    <a:bodyPr/>
                    <a:lstStyle/>
                    <a:p>
                      <a:pPr>
                        <a:buNone/>
                      </a:pPr>
                      <a:r>
                        <a:rPr lang="en-US">
                          <a:latin typeface="Cambria" panose="02040503050406030204" pitchFamily="18" charset="0"/>
                          <a:ea typeface="Cambria" panose="02040503050406030204" pitchFamily="18" charset="0"/>
                        </a:rPr>
                        <a:t>STM32CubeIDE</a:t>
                      </a:r>
                    </a:p>
                  </a:txBody>
                  <a:tcPr anchor="ctr"/>
                </a:tc>
                <a:extLst>
                  <a:ext uri="{0D108BD9-81ED-4DB2-BD59-A6C34878D82A}">
                    <a16:rowId xmlns:a16="http://schemas.microsoft.com/office/drawing/2014/main" val="604921937"/>
                  </a:ext>
                </a:extLst>
              </a:tr>
              <a:tr h="370840">
                <a:tc>
                  <a:txBody>
                    <a:bodyPr/>
                    <a:lstStyle/>
                    <a:p>
                      <a:pPr>
                        <a:buNone/>
                      </a:pPr>
                      <a:r>
                        <a:rPr lang="en-US">
                          <a:latin typeface="Cambria" panose="02040503050406030204" pitchFamily="18" charset="0"/>
                          <a:ea typeface="Cambria" panose="02040503050406030204" pitchFamily="18" charset="0"/>
                        </a:rPr>
                        <a:t>Programmer/Debugger</a:t>
                      </a:r>
                    </a:p>
                  </a:txBody>
                  <a:tcPr anchor="ctr"/>
                </a:tc>
                <a:tc>
                  <a:txBody>
                    <a:bodyPr/>
                    <a:lstStyle/>
                    <a:p>
                      <a:pPr>
                        <a:buNone/>
                      </a:pPr>
                      <a:r>
                        <a:rPr lang="en-US">
                          <a:latin typeface="Cambria" panose="02040503050406030204" pitchFamily="18" charset="0"/>
                          <a:ea typeface="Cambria" panose="02040503050406030204" pitchFamily="18" charset="0"/>
                        </a:rPr>
                        <a:t>ST-LINK V2</a:t>
                      </a:r>
                    </a:p>
                  </a:txBody>
                  <a:tcPr anchor="ctr"/>
                </a:tc>
                <a:extLst>
                  <a:ext uri="{0D108BD9-81ED-4DB2-BD59-A6C34878D82A}">
                    <a16:rowId xmlns:a16="http://schemas.microsoft.com/office/drawing/2014/main" val="348859193"/>
                  </a:ext>
                </a:extLst>
              </a:tr>
              <a:tr h="370840">
                <a:tc>
                  <a:txBody>
                    <a:bodyPr/>
                    <a:lstStyle/>
                    <a:p>
                      <a:pPr>
                        <a:buNone/>
                      </a:pPr>
                      <a:r>
                        <a:rPr lang="en-US">
                          <a:latin typeface="Cambria" panose="02040503050406030204" pitchFamily="18" charset="0"/>
                          <a:ea typeface="Cambria" panose="02040503050406030204" pitchFamily="18" charset="0"/>
                        </a:rPr>
                        <a:t>Specified PF Range</a:t>
                      </a:r>
                    </a:p>
                  </a:txBody>
                  <a:tcPr anchor="ctr"/>
                </a:tc>
                <a:tc>
                  <a:txBody>
                    <a:bodyPr/>
                    <a:lstStyle/>
                    <a:p>
                      <a:pPr>
                        <a:buNone/>
                      </a:pPr>
                      <a:r>
                        <a:rPr lang="en-US">
                          <a:latin typeface="Cambria" panose="02040503050406030204" pitchFamily="18" charset="0"/>
                          <a:ea typeface="Cambria" panose="02040503050406030204" pitchFamily="18" charset="0"/>
                        </a:rPr>
                        <a:t>Approximately 0.80–0.99</a:t>
                      </a:r>
                    </a:p>
                  </a:txBody>
                  <a:tcPr anchor="ctr"/>
                </a:tc>
                <a:extLst>
                  <a:ext uri="{0D108BD9-81ED-4DB2-BD59-A6C34878D82A}">
                    <a16:rowId xmlns:a16="http://schemas.microsoft.com/office/drawing/2014/main" val="2013204779"/>
                  </a:ext>
                </a:extLst>
              </a:tr>
              <a:tr h="370840">
                <a:tc>
                  <a:txBody>
                    <a:bodyPr/>
                    <a:lstStyle/>
                    <a:p>
                      <a:pPr>
                        <a:buNone/>
                      </a:pPr>
                      <a:r>
                        <a:rPr lang="en-US">
                          <a:latin typeface="Cambria" panose="02040503050406030204" pitchFamily="18" charset="0"/>
                          <a:ea typeface="Cambria" panose="02040503050406030204" pitchFamily="18" charset="0"/>
                        </a:rPr>
                        <a:t>Maximum Total Capacitance</a:t>
                      </a:r>
                    </a:p>
                  </a:txBody>
                  <a:tcPr anchor="ctr"/>
                </a:tc>
                <a:tc>
                  <a:txBody>
                    <a:bodyPr/>
                    <a:lstStyle/>
                    <a:p>
                      <a:pPr>
                        <a:buNone/>
                      </a:pPr>
                      <a:r>
                        <a:rPr lang="en-US">
                          <a:latin typeface="Cambria" panose="02040503050406030204" pitchFamily="18" charset="0"/>
                          <a:ea typeface="Cambria" panose="02040503050406030204" pitchFamily="18" charset="0"/>
                        </a:rPr>
                        <a:t>38.5 µF</a:t>
                      </a:r>
                    </a:p>
                  </a:txBody>
                  <a:tcPr anchor="ctr"/>
                </a:tc>
                <a:extLst>
                  <a:ext uri="{0D108BD9-81ED-4DB2-BD59-A6C34878D82A}">
                    <a16:rowId xmlns:a16="http://schemas.microsoft.com/office/drawing/2014/main" val="3830554472"/>
                  </a:ext>
                </a:extLst>
              </a:tr>
              <a:tr h="370840">
                <a:tc>
                  <a:txBody>
                    <a:bodyPr/>
                    <a:lstStyle/>
                    <a:p>
                      <a:pPr>
                        <a:buNone/>
                      </a:pPr>
                      <a:r>
                        <a:rPr lang="en-US">
                          <a:latin typeface="Cambria" panose="02040503050406030204" pitchFamily="18" charset="0"/>
                          <a:ea typeface="Cambria" panose="02040503050406030204" pitchFamily="18" charset="0"/>
                        </a:rPr>
                        <a:t>Number of Non-zero Capacitor Combinations</a:t>
                      </a:r>
                    </a:p>
                  </a:txBody>
                  <a:tcPr anchor="ctr"/>
                </a:tc>
                <a:tc>
                  <a:txBody>
                    <a:bodyPr/>
                    <a:lstStyle/>
                    <a:p>
                      <a:pPr>
                        <a:buNone/>
                      </a:pPr>
                      <a:r>
                        <a:rPr lang="en-US" dirty="0">
                          <a:latin typeface="Cambria" panose="02040503050406030204" pitchFamily="18" charset="0"/>
                          <a:ea typeface="Cambria" panose="02040503050406030204" pitchFamily="18" charset="0"/>
                        </a:rPr>
                        <a:t>15</a:t>
                      </a:r>
                    </a:p>
                  </a:txBody>
                  <a:tcPr anchor="ctr"/>
                </a:tc>
                <a:extLst>
                  <a:ext uri="{0D108BD9-81ED-4DB2-BD59-A6C34878D82A}">
                    <a16:rowId xmlns:a16="http://schemas.microsoft.com/office/drawing/2014/main" val="2115146989"/>
                  </a:ext>
                </a:extLst>
              </a:tr>
            </a:tbl>
          </a:graphicData>
        </a:graphic>
      </p:graphicFrame>
    </p:spTree>
    <p:extLst>
      <p:ext uri="{BB962C8B-B14F-4D97-AF65-F5344CB8AC3E}">
        <p14:creationId xmlns:p14="http://schemas.microsoft.com/office/powerpoint/2010/main" val="796376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5936B-7713-C1A0-F62C-7C3092DEC668}"/>
            </a:ext>
          </a:extLst>
        </p:cNvPr>
        <p:cNvGrpSpPr/>
        <p:nvPr/>
      </p:nvGrpSpPr>
      <p:grpSpPr>
        <a:xfrm>
          <a:off x="0" y="0"/>
          <a:ext cx="0" cy="0"/>
          <a:chOff x="0" y="0"/>
          <a:chExt cx="0" cy="0"/>
        </a:xfrm>
      </p:grpSpPr>
      <p:sp>
        <p:nvSpPr>
          <p:cNvPr id="7" name="Title 4">
            <a:extLst>
              <a:ext uri="{FF2B5EF4-FFF2-40B4-BE49-F238E27FC236}">
                <a16:creationId xmlns:a16="http://schemas.microsoft.com/office/drawing/2014/main" id="{72D36EB0-11C3-0533-C234-3E4878760956}"/>
              </a:ext>
            </a:extLst>
          </p:cNvPr>
          <p:cNvSpPr txBox="1">
            <a:spLocks/>
          </p:cNvSpPr>
          <p:nvPr/>
        </p:nvSpPr>
        <p:spPr>
          <a:xfrm>
            <a:off x="0" y="0"/>
            <a:ext cx="12192000" cy="914400"/>
          </a:xfrm>
          <a:prstGeom prst="rect">
            <a:avLst/>
          </a:prstGeom>
          <a:solidFill>
            <a:srgbClr val="FFC000"/>
          </a:solidFill>
          <a:ln w="25400"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lvl1pPr algn="ctr" rtl="0" eaLnBrk="0" fontAlgn="base" hangingPunct="0">
              <a:spcBef>
                <a:spcPct val="0"/>
              </a:spcBef>
              <a:spcAft>
                <a:spcPct val="0"/>
              </a:spcAft>
              <a:defRPr sz="4400" kern="1200">
                <a:solidFill>
                  <a:schemeClr val="lt1"/>
                </a:solidFill>
                <a:latin typeface="+mn-lt"/>
                <a:ea typeface="+mn-ea"/>
                <a:cs typeface="+mn-cs"/>
              </a:defRPr>
            </a:lvl1pPr>
            <a:lvl2pPr algn="ctr" rtl="0" eaLnBrk="0" fontAlgn="base" hangingPunct="0">
              <a:spcBef>
                <a:spcPct val="0"/>
              </a:spcBef>
              <a:spcAft>
                <a:spcPct val="0"/>
              </a:spcAft>
              <a:defRPr sz="4400">
                <a:solidFill>
                  <a:schemeClr val="lt1"/>
                </a:solidFill>
                <a:latin typeface="+mn-lt"/>
                <a:ea typeface="+mn-ea"/>
                <a:cs typeface="+mn-cs"/>
              </a:defRPr>
            </a:lvl2pPr>
            <a:lvl3pPr algn="ctr" rtl="0" eaLnBrk="0" fontAlgn="base" hangingPunct="0">
              <a:spcBef>
                <a:spcPct val="0"/>
              </a:spcBef>
              <a:spcAft>
                <a:spcPct val="0"/>
              </a:spcAft>
              <a:defRPr sz="4400">
                <a:solidFill>
                  <a:schemeClr val="lt1"/>
                </a:solidFill>
                <a:latin typeface="+mn-lt"/>
                <a:ea typeface="+mn-ea"/>
                <a:cs typeface="+mn-cs"/>
              </a:defRPr>
            </a:lvl3pPr>
            <a:lvl4pPr algn="ctr" rtl="0" eaLnBrk="0" fontAlgn="base" hangingPunct="0">
              <a:spcBef>
                <a:spcPct val="0"/>
              </a:spcBef>
              <a:spcAft>
                <a:spcPct val="0"/>
              </a:spcAft>
              <a:defRPr sz="4400">
                <a:solidFill>
                  <a:schemeClr val="lt1"/>
                </a:solidFill>
                <a:latin typeface="+mn-lt"/>
                <a:ea typeface="+mn-ea"/>
                <a:cs typeface="+mn-cs"/>
              </a:defRPr>
            </a:lvl4pPr>
            <a:lvl5pPr algn="ctr" rtl="0" eaLnBrk="0" fontAlgn="base" hangingPunct="0">
              <a:spcBef>
                <a:spcPct val="0"/>
              </a:spcBef>
              <a:spcAft>
                <a:spcPct val="0"/>
              </a:spcAft>
              <a:defRPr sz="4400">
                <a:solidFill>
                  <a:schemeClr val="lt1"/>
                </a:solidFill>
                <a:latin typeface="+mn-lt"/>
                <a:ea typeface="+mn-ea"/>
                <a:cs typeface="+mn-cs"/>
              </a:defRPr>
            </a:lvl5pPr>
            <a:lvl6pPr marL="457200" algn="ctr" rtl="0" fontAlgn="base">
              <a:spcBef>
                <a:spcPct val="0"/>
              </a:spcBef>
              <a:spcAft>
                <a:spcPct val="0"/>
              </a:spcAft>
              <a:defRPr sz="4400">
                <a:solidFill>
                  <a:schemeClr val="lt1"/>
                </a:solidFill>
                <a:latin typeface="+mn-lt"/>
                <a:ea typeface="+mn-ea"/>
                <a:cs typeface="+mn-cs"/>
              </a:defRPr>
            </a:lvl6pPr>
            <a:lvl7pPr marL="914400" algn="ctr" rtl="0" fontAlgn="base">
              <a:spcBef>
                <a:spcPct val="0"/>
              </a:spcBef>
              <a:spcAft>
                <a:spcPct val="0"/>
              </a:spcAft>
              <a:defRPr sz="4400">
                <a:solidFill>
                  <a:schemeClr val="lt1"/>
                </a:solidFill>
                <a:latin typeface="+mn-lt"/>
                <a:ea typeface="+mn-ea"/>
                <a:cs typeface="+mn-cs"/>
              </a:defRPr>
            </a:lvl7pPr>
            <a:lvl8pPr marL="1371600" algn="ctr" rtl="0" fontAlgn="base">
              <a:spcBef>
                <a:spcPct val="0"/>
              </a:spcBef>
              <a:spcAft>
                <a:spcPct val="0"/>
              </a:spcAft>
              <a:defRPr sz="4400">
                <a:solidFill>
                  <a:schemeClr val="lt1"/>
                </a:solidFill>
                <a:latin typeface="+mn-lt"/>
                <a:ea typeface="+mn-ea"/>
                <a:cs typeface="+mn-cs"/>
              </a:defRPr>
            </a:lvl8pPr>
            <a:lvl9pPr marL="1828800" algn="ctr" rtl="0" fontAlgn="base">
              <a:spcBef>
                <a:spcPct val="0"/>
              </a:spcBef>
              <a:spcAft>
                <a:spcPct val="0"/>
              </a:spcAft>
              <a:defRPr sz="4400">
                <a:solidFill>
                  <a:schemeClr val="lt1"/>
                </a:solidFill>
                <a:latin typeface="+mn-lt"/>
                <a:ea typeface="+mn-ea"/>
                <a:cs typeface="+mn-cs"/>
              </a:defRPr>
            </a:lvl9pPr>
          </a:lstStyle>
          <a:p>
            <a:pPr>
              <a:defRPr/>
            </a:pPr>
            <a:endParaRPr lang="en-US" sz="2800" b="1" dirty="0">
              <a:solidFill>
                <a:schemeClr val="tx1"/>
              </a:solidFill>
            </a:endParaRPr>
          </a:p>
        </p:txBody>
      </p:sp>
      <p:pic>
        <p:nvPicPr>
          <p:cNvPr id="11" name="Picture 4" descr="Copy of INCONRIT 2016 (1).jpg">
            <a:extLst>
              <a:ext uri="{FF2B5EF4-FFF2-40B4-BE49-F238E27FC236}">
                <a16:creationId xmlns:a16="http://schemas.microsoft.com/office/drawing/2014/main" id="{32D9A613-71EB-2D04-C168-18D9C416F026}"/>
              </a:ext>
            </a:extLst>
          </p:cNvPr>
          <p:cNvPicPr>
            <a:picLocks noChangeAspect="1"/>
          </p:cNvPicPr>
          <p:nvPr/>
        </p:nvPicPr>
        <p:blipFill>
          <a:blip r:embed="rId2">
            <a:lum contrast="30000"/>
            <a:extLst>
              <a:ext uri="{28A0092B-C50C-407E-A947-70E740481C1C}">
                <a14:useLocalDpi xmlns:a14="http://schemas.microsoft.com/office/drawing/2010/main" val="0"/>
              </a:ext>
            </a:extLst>
          </a:blip>
          <a:srcRect/>
          <a:stretch>
            <a:fillRect/>
          </a:stretch>
        </p:blipFill>
        <p:spPr bwMode="auto">
          <a:xfrm>
            <a:off x="10619978" y="251619"/>
            <a:ext cx="871538"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a:extLst>
              <a:ext uri="{FF2B5EF4-FFF2-40B4-BE49-F238E27FC236}">
                <a16:creationId xmlns:a16="http://schemas.microsoft.com/office/drawing/2014/main" id="{A7AF7AE9-4CB8-9F4B-10A2-7350B29AE244}"/>
              </a:ext>
            </a:extLst>
          </p:cNvPr>
          <p:cNvSpPr txBox="1"/>
          <p:nvPr/>
        </p:nvSpPr>
        <p:spPr>
          <a:xfrm>
            <a:off x="265471" y="167148"/>
            <a:ext cx="8072284" cy="584775"/>
          </a:xfrm>
          <a:prstGeom prst="rect">
            <a:avLst/>
          </a:prstGeom>
          <a:noFill/>
        </p:spPr>
        <p:txBody>
          <a:bodyPr wrap="square" rtlCol="0">
            <a:spAutoFit/>
          </a:bodyPr>
          <a:lstStyle/>
          <a:p>
            <a:r>
              <a:rPr lang="en-US" sz="3200" dirty="0">
                <a:latin typeface="Cambria" panose="02040503050406030204" pitchFamily="18" charset="0"/>
                <a:ea typeface="Cambria" panose="02040503050406030204" pitchFamily="18" charset="0"/>
              </a:rPr>
              <a:t>Mathematical Calculations</a:t>
            </a:r>
          </a:p>
        </p:txBody>
      </p:sp>
      <p:sp>
        <p:nvSpPr>
          <p:cNvPr id="5" name="Rectangle 4">
            <a:extLst>
              <a:ext uri="{FF2B5EF4-FFF2-40B4-BE49-F238E27FC236}">
                <a16:creationId xmlns:a16="http://schemas.microsoft.com/office/drawing/2014/main" id="{FBECF2E2-4D24-1DF5-EE15-40DE59B84823}"/>
              </a:ext>
            </a:extLst>
          </p:cNvPr>
          <p:cNvSpPr/>
          <p:nvPr/>
        </p:nvSpPr>
        <p:spPr>
          <a:xfrm>
            <a:off x="3657600" y="5014452"/>
            <a:ext cx="2074606" cy="11503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50BF18D-A437-F77A-1B84-FF3EEC34F5FA}"/>
              </a:ext>
            </a:extLst>
          </p:cNvPr>
          <p:cNvSpPr/>
          <p:nvPr/>
        </p:nvSpPr>
        <p:spPr>
          <a:xfrm>
            <a:off x="1189703" y="6331974"/>
            <a:ext cx="1514168" cy="2163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60B44DBC-BA68-6E33-4E47-5890F2F97EE6}"/>
              </a:ext>
            </a:extLst>
          </p:cNvPr>
          <p:cNvPicPr>
            <a:picLocks noChangeAspect="1"/>
          </p:cNvPicPr>
          <p:nvPr/>
        </p:nvPicPr>
        <p:blipFill>
          <a:blip r:embed="rId3"/>
          <a:stretch>
            <a:fillRect/>
          </a:stretch>
        </p:blipFill>
        <p:spPr>
          <a:xfrm>
            <a:off x="688083" y="1478574"/>
            <a:ext cx="4805497" cy="4346056"/>
          </a:xfrm>
          <a:prstGeom prst="rect">
            <a:avLst/>
          </a:prstGeom>
        </p:spPr>
      </p:pic>
      <p:pic>
        <p:nvPicPr>
          <p:cNvPr id="10" name="Picture 9">
            <a:extLst>
              <a:ext uri="{FF2B5EF4-FFF2-40B4-BE49-F238E27FC236}">
                <a16:creationId xmlns:a16="http://schemas.microsoft.com/office/drawing/2014/main" id="{16779501-E0E2-A446-5726-3D6FCDFF2032}"/>
              </a:ext>
            </a:extLst>
          </p:cNvPr>
          <p:cNvPicPr>
            <a:picLocks noChangeAspect="1"/>
          </p:cNvPicPr>
          <p:nvPr/>
        </p:nvPicPr>
        <p:blipFill>
          <a:blip r:embed="rId4"/>
          <a:stretch>
            <a:fillRect/>
          </a:stretch>
        </p:blipFill>
        <p:spPr>
          <a:xfrm>
            <a:off x="7283053" y="1478574"/>
            <a:ext cx="4208463" cy="4631596"/>
          </a:xfrm>
          <a:prstGeom prst="rect">
            <a:avLst/>
          </a:prstGeom>
        </p:spPr>
      </p:pic>
      <p:cxnSp>
        <p:nvCxnSpPr>
          <p:cNvPr id="14" name="Straight Connector 13">
            <a:extLst>
              <a:ext uri="{FF2B5EF4-FFF2-40B4-BE49-F238E27FC236}">
                <a16:creationId xmlns:a16="http://schemas.microsoft.com/office/drawing/2014/main" id="{EFE5616E-D8C1-244A-12FF-D4718F909148}"/>
              </a:ext>
            </a:extLst>
          </p:cNvPr>
          <p:cNvCxnSpPr/>
          <p:nvPr/>
        </p:nvCxnSpPr>
        <p:spPr>
          <a:xfrm>
            <a:off x="6096000" y="1097280"/>
            <a:ext cx="0" cy="5234694"/>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3919265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33EBF-E76B-D0AC-3B5D-DA64D75114AB}"/>
            </a:ext>
          </a:extLst>
        </p:cNvPr>
        <p:cNvGrpSpPr/>
        <p:nvPr/>
      </p:nvGrpSpPr>
      <p:grpSpPr>
        <a:xfrm>
          <a:off x="0" y="0"/>
          <a:ext cx="0" cy="0"/>
          <a:chOff x="0" y="0"/>
          <a:chExt cx="0" cy="0"/>
        </a:xfrm>
      </p:grpSpPr>
      <p:sp>
        <p:nvSpPr>
          <p:cNvPr id="7" name="Title 4">
            <a:extLst>
              <a:ext uri="{FF2B5EF4-FFF2-40B4-BE49-F238E27FC236}">
                <a16:creationId xmlns:a16="http://schemas.microsoft.com/office/drawing/2014/main" id="{25417C23-2B8E-8F86-A37E-B1D4BA1E87F8}"/>
              </a:ext>
            </a:extLst>
          </p:cNvPr>
          <p:cNvSpPr txBox="1">
            <a:spLocks/>
          </p:cNvSpPr>
          <p:nvPr/>
        </p:nvSpPr>
        <p:spPr>
          <a:xfrm>
            <a:off x="0" y="0"/>
            <a:ext cx="12192000" cy="914400"/>
          </a:xfrm>
          <a:prstGeom prst="rect">
            <a:avLst/>
          </a:prstGeom>
          <a:solidFill>
            <a:srgbClr val="FFC000"/>
          </a:solidFill>
          <a:ln w="25400"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lvl1pPr algn="ctr" rtl="0" eaLnBrk="0" fontAlgn="base" hangingPunct="0">
              <a:spcBef>
                <a:spcPct val="0"/>
              </a:spcBef>
              <a:spcAft>
                <a:spcPct val="0"/>
              </a:spcAft>
              <a:defRPr sz="4400" kern="1200">
                <a:solidFill>
                  <a:schemeClr val="lt1"/>
                </a:solidFill>
                <a:latin typeface="+mn-lt"/>
                <a:ea typeface="+mn-ea"/>
                <a:cs typeface="+mn-cs"/>
              </a:defRPr>
            </a:lvl1pPr>
            <a:lvl2pPr algn="ctr" rtl="0" eaLnBrk="0" fontAlgn="base" hangingPunct="0">
              <a:spcBef>
                <a:spcPct val="0"/>
              </a:spcBef>
              <a:spcAft>
                <a:spcPct val="0"/>
              </a:spcAft>
              <a:defRPr sz="4400">
                <a:solidFill>
                  <a:schemeClr val="lt1"/>
                </a:solidFill>
                <a:latin typeface="+mn-lt"/>
                <a:ea typeface="+mn-ea"/>
                <a:cs typeface="+mn-cs"/>
              </a:defRPr>
            </a:lvl2pPr>
            <a:lvl3pPr algn="ctr" rtl="0" eaLnBrk="0" fontAlgn="base" hangingPunct="0">
              <a:spcBef>
                <a:spcPct val="0"/>
              </a:spcBef>
              <a:spcAft>
                <a:spcPct val="0"/>
              </a:spcAft>
              <a:defRPr sz="4400">
                <a:solidFill>
                  <a:schemeClr val="lt1"/>
                </a:solidFill>
                <a:latin typeface="+mn-lt"/>
                <a:ea typeface="+mn-ea"/>
                <a:cs typeface="+mn-cs"/>
              </a:defRPr>
            </a:lvl3pPr>
            <a:lvl4pPr algn="ctr" rtl="0" eaLnBrk="0" fontAlgn="base" hangingPunct="0">
              <a:spcBef>
                <a:spcPct val="0"/>
              </a:spcBef>
              <a:spcAft>
                <a:spcPct val="0"/>
              </a:spcAft>
              <a:defRPr sz="4400">
                <a:solidFill>
                  <a:schemeClr val="lt1"/>
                </a:solidFill>
                <a:latin typeface="+mn-lt"/>
                <a:ea typeface="+mn-ea"/>
                <a:cs typeface="+mn-cs"/>
              </a:defRPr>
            </a:lvl4pPr>
            <a:lvl5pPr algn="ctr" rtl="0" eaLnBrk="0" fontAlgn="base" hangingPunct="0">
              <a:spcBef>
                <a:spcPct val="0"/>
              </a:spcBef>
              <a:spcAft>
                <a:spcPct val="0"/>
              </a:spcAft>
              <a:defRPr sz="4400">
                <a:solidFill>
                  <a:schemeClr val="lt1"/>
                </a:solidFill>
                <a:latin typeface="+mn-lt"/>
                <a:ea typeface="+mn-ea"/>
                <a:cs typeface="+mn-cs"/>
              </a:defRPr>
            </a:lvl5pPr>
            <a:lvl6pPr marL="457200" algn="ctr" rtl="0" fontAlgn="base">
              <a:spcBef>
                <a:spcPct val="0"/>
              </a:spcBef>
              <a:spcAft>
                <a:spcPct val="0"/>
              </a:spcAft>
              <a:defRPr sz="4400">
                <a:solidFill>
                  <a:schemeClr val="lt1"/>
                </a:solidFill>
                <a:latin typeface="+mn-lt"/>
                <a:ea typeface="+mn-ea"/>
                <a:cs typeface="+mn-cs"/>
              </a:defRPr>
            </a:lvl6pPr>
            <a:lvl7pPr marL="914400" algn="ctr" rtl="0" fontAlgn="base">
              <a:spcBef>
                <a:spcPct val="0"/>
              </a:spcBef>
              <a:spcAft>
                <a:spcPct val="0"/>
              </a:spcAft>
              <a:defRPr sz="4400">
                <a:solidFill>
                  <a:schemeClr val="lt1"/>
                </a:solidFill>
                <a:latin typeface="+mn-lt"/>
                <a:ea typeface="+mn-ea"/>
                <a:cs typeface="+mn-cs"/>
              </a:defRPr>
            </a:lvl7pPr>
            <a:lvl8pPr marL="1371600" algn="ctr" rtl="0" fontAlgn="base">
              <a:spcBef>
                <a:spcPct val="0"/>
              </a:spcBef>
              <a:spcAft>
                <a:spcPct val="0"/>
              </a:spcAft>
              <a:defRPr sz="4400">
                <a:solidFill>
                  <a:schemeClr val="lt1"/>
                </a:solidFill>
                <a:latin typeface="+mn-lt"/>
                <a:ea typeface="+mn-ea"/>
                <a:cs typeface="+mn-cs"/>
              </a:defRPr>
            </a:lvl8pPr>
            <a:lvl9pPr marL="1828800" algn="ctr" rtl="0" fontAlgn="base">
              <a:spcBef>
                <a:spcPct val="0"/>
              </a:spcBef>
              <a:spcAft>
                <a:spcPct val="0"/>
              </a:spcAft>
              <a:defRPr sz="4400">
                <a:solidFill>
                  <a:schemeClr val="lt1"/>
                </a:solidFill>
                <a:latin typeface="+mn-lt"/>
                <a:ea typeface="+mn-ea"/>
                <a:cs typeface="+mn-cs"/>
              </a:defRPr>
            </a:lvl9pPr>
          </a:lstStyle>
          <a:p>
            <a:pPr>
              <a:defRPr/>
            </a:pPr>
            <a:endParaRPr lang="en-US" sz="2800" b="1" dirty="0">
              <a:solidFill>
                <a:schemeClr val="tx1"/>
              </a:solidFill>
            </a:endParaRPr>
          </a:p>
        </p:txBody>
      </p:sp>
      <p:pic>
        <p:nvPicPr>
          <p:cNvPr id="11" name="Picture 4" descr="Copy of INCONRIT 2016 (1).jpg">
            <a:extLst>
              <a:ext uri="{FF2B5EF4-FFF2-40B4-BE49-F238E27FC236}">
                <a16:creationId xmlns:a16="http://schemas.microsoft.com/office/drawing/2014/main" id="{5D291809-9A2D-F725-FA93-F8CD0FEC1196}"/>
              </a:ext>
            </a:extLst>
          </p:cNvPr>
          <p:cNvPicPr>
            <a:picLocks noChangeAspect="1"/>
          </p:cNvPicPr>
          <p:nvPr/>
        </p:nvPicPr>
        <p:blipFill>
          <a:blip r:embed="rId2">
            <a:lum contrast="30000"/>
            <a:extLst>
              <a:ext uri="{28A0092B-C50C-407E-A947-70E740481C1C}">
                <a14:useLocalDpi xmlns:a14="http://schemas.microsoft.com/office/drawing/2010/main" val="0"/>
              </a:ext>
            </a:extLst>
          </a:blip>
          <a:srcRect/>
          <a:stretch>
            <a:fillRect/>
          </a:stretch>
        </p:blipFill>
        <p:spPr bwMode="auto">
          <a:xfrm>
            <a:off x="10619978" y="251619"/>
            <a:ext cx="871538"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a:extLst>
              <a:ext uri="{FF2B5EF4-FFF2-40B4-BE49-F238E27FC236}">
                <a16:creationId xmlns:a16="http://schemas.microsoft.com/office/drawing/2014/main" id="{407CA267-10CC-83B6-7D4B-7E246817A464}"/>
              </a:ext>
            </a:extLst>
          </p:cNvPr>
          <p:cNvSpPr txBox="1"/>
          <p:nvPr/>
        </p:nvSpPr>
        <p:spPr>
          <a:xfrm>
            <a:off x="265471" y="167148"/>
            <a:ext cx="8072284" cy="584775"/>
          </a:xfrm>
          <a:prstGeom prst="rect">
            <a:avLst/>
          </a:prstGeom>
          <a:noFill/>
        </p:spPr>
        <p:txBody>
          <a:bodyPr wrap="square" rtlCol="0">
            <a:spAutoFit/>
          </a:bodyPr>
          <a:lstStyle/>
          <a:p>
            <a:r>
              <a:rPr lang="en-US" sz="3200" dirty="0">
                <a:latin typeface="Cambria" panose="02040503050406030204" pitchFamily="18" charset="0"/>
                <a:ea typeface="Cambria" panose="02040503050406030204" pitchFamily="18" charset="0"/>
              </a:rPr>
              <a:t>Pin Configuration</a:t>
            </a:r>
          </a:p>
        </p:txBody>
      </p:sp>
      <p:sp>
        <p:nvSpPr>
          <p:cNvPr id="5" name="Rectangle 4">
            <a:extLst>
              <a:ext uri="{FF2B5EF4-FFF2-40B4-BE49-F238E27FC236}">
                <a16:creationId xmlns:a16="http://schemas.microsoft.com/office/drawing/2014/main" id="{22D16E65-8ED7-F1B3-8F13-842C6F626474}"/>
              </a:ext>
            </a:extLst>
          </p:cNvPr>
          <p:cNvSpPr/>
          <p:nvPr/>
        </p:nvSpPr>
        <p:spPr>
          <a:xfrm>
            <a:off x="3657600" y="5014452"/>
            <a:ext cx="2074606" cy="11503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1E91A1E-0977-8FF4-2307-27F5E8A8DA88}"/>
              </a:ext>
            </a:extLst>
          </p:cNvPr>
          <p:cNvSpPr/>
          <p:nvPr/>
        </p:nvSpPr>
        <p:spPr>
          <a:xfrm>
            <a:off x="1189703" y="6331974"/>
            <a:ext cx="1514168" cy="2163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B5B895AA-F29A-F0FA-DF37-FAC363A28C93}"/>
              </a:ext>
            </a:extLst>
          </p:cNvPr>
          <p:cNvPicPr>
            <a:picLocks noChangeAspect="1"/>
          </p:cNvPicPr>
          <p:nvPr/>
        </p:nvPicPr>
        <p:blipFill>
          <a:blip r:embed="rId3"/>
          <a:stretch>
            <a:fillRect/>
          </a:stretch>
        </p:blipFill>
        <p:spPr>
          <a:xfrm>
            <a:off x="1972057" y="914400"/>
            <a:ext cx="7617966" cy="5919873"/>
          </a:xfrm>
          <a:prstGeom prst="rect">
            <a:avLst/>
          </a:prstGeom>
        </p:spPr>
      </p:pic>
    </p:spTree>
    <p:extLst>
      <p:ext uri="{BB962C8B-B14F-4D97-AF65-F5344CB8AC3E}">
        <p14:creationId xmlns:p14="http://schemas.microsoft.com/office/powerpoint/2010/main" val="25979456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0509F-A765-4018-F3F8-24F225613938}"/>
            </a:ext>
          </a:extLst>
        </p:cNvPr>
        <p:cNvGrpSpPr/>
        <p:nvPr/>
      </p:nvGrpSpPr>
      <p:grpSpPr>
        <a:xfrm>
          <a:off x="0" y="0"/>
          <a:ext cx="0" cy="0"/>
          <a:chOff x="0" y="0"/>
          <a:chExt cx="0" cy="0"/>
        </a:xfrm>
      </p:grpSpPr>
      <p:sp>
        <p:nvSpPr>
          <p:cNvPr id="7" name="Title 4">
            <a:extLst>
              <a:ext uri="{FF2B5EF4-FFF2-40B4-BE49-F238E27FC236}">
                <a16:creationId xmlns:a16="http://schemas.microsoft.com/office/drawing/2014/main" id="{8C2E1BA6-B960-B2FD-DBCD-F2CACCA4B23F}"/>
              </a:ext>
            </a:extLst>
          </p:cNvPr>
          <p:cNvSpPr txBox="1">
            <a:spLocks/>
          </p:cNvSpPr>
          <p:nvPr/>
        </p:nvSpPr>
        <p:spPr>
          <a:xfrm>
            <a:off x="0" y="0"/>
            <a:ext cx="12192000" cy="914400"/>
          </a:xfrm>
          <a:prstGeom prst="rect">
            <a:avLst/>
          </a:prstGeom>
          <a:solidFill>
            <a:srgbClr val="FFC000"/>
          </a:solidFill>
          <a:ln w="25400"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lvl1pPr algn="ctr" rtl="0" eaLnBrk="0" fontAlgn="base" hangingPunct="0">
              <a:spcBef>
                <a:spcPct val="0"/>
              </a:spcBef>
              <a:spcAft>
                <a:spcPct val="0"/>
              </a:spcAft>
              <a:defRPr sz="4400" kern="1200">
                <a:solidFill>
                  <a:schemeClr val="lt1"/>
                </a:solidFill>
                <a:latin typeface="+mn-lt"/>
                <a:ea typeface="+mn-ea"/>
                <a:cs typeface="+mn-cs"/>
              </a:defRPr>
            </a:lvl1pPr>
            <a:lvl2pPr algn="ctr" rtl="0" eaLnBrk="0" fontAlgn="base" hangingPunct="0">
              <a:spcBef>
                <a:spcPct val="0"/>
              </a:spcBef>
              <a:spcAft>
                <a:spcPct val="0"/>
              </a:spcAft>
              <a:defRPr sz="4400">
                <a:solidFill>
                  <a:schemeClr val="lt1"/>
                </a:solidFill>
                <a:latin typeface="+mn-lt"/>
                <a:ea typeface="+mn-ea"/>
                <a:cs typeface="+mn-cs"/>
              </a:defRPr>
            </a:lvl2pPr>
            <a:lvl3pPr algn="ctr" rtl="0" eaLnBrk="0" fontAlgn="base" hangingPunct="0">
              <a:spcBef>
                <a:spcPct val="0"/>
              </a:spcBef>
              <a:spcAft>
                <a:spcPct val="0"/>
              </a:spcAft>
              <a:defRPr sz="4400">
                <a:solidFill>
                  <a:schemeClr val="lt1"/>
                </a:solidFill>
                <a:latin typeface="+mn-lt"/>
                <a:ea typeface="+mn-ea"/>
                <a:cs typeface="+mn-cs"/>
              </a:defRPr>
            </a:lvl3pPr>
            <a:lvl4pPr algn="ctr" rtl="0" eaLnBrk="0" fontAlgn="base" hangingPunct="0">
              <a:spcBef>
                <a:spcPct val="0"/>
              </a:spcBef>
              <a:spcAft>
                <a:spcPct val="0"/>
              </a:spcAft>
              <a:defRPr sz="4400">
                <a:solidFill>
                  <a:schemeClr val="lt1"/>
                </a:solidFill>
                <a:latin typeface="+mn-lt"/>
                <a:ea typeface="+mn-ea"/>
                <a:cs typeface="+mn-cs"/>
              </a:defRPr>
            </a:lvl4pPr>
            <a:lvl5pPr algn="ctr" rtl="0" eaLnBrk="0" fontAlgn="base" hangingPunct="0">
              <a:spcBef>
                <a:spcPct val="0"/>
              </a:spcBef>
              <a:spcAft>
                <a:spcPct val="0"/>
              </a:spcAft>
              <a:defRPr sz="4400">
                <a:solidFill>
                  <a:schemeClr val="lt1"/>
                </a:solidFill>
                <a:latin typeface="+mn-lt"/>
                <a:ea typeface="+mn-ea"/>
                <a:cs typeface="+mn-cs"/>
              </a:defRPr>
            </a:lvl5pPr>
            <a:lvl6pPr marL="457200" algn="ctr" rtl="0" fontAlgn="base">
              <a:spcBef>
                <a:spcPct val="0"/>
              </a:spcBef>
              <a:spcAft>
                <a:spcPct val="0"/>
              </a:spcAft>
              <a:defRPr sz="4400">
                <a:solidFill>
                  <a:schemeClr val="lt1"/>
                </a:solidFill>
                <a:latin typeface="+mn-lt"/>
                <a:ea typeface="+mn-ea"/>
                <a:cs typeface="+mn-cs"/>
              </a:defRPr>
            </a:lvl6pPr>
            <a:lvl7pPr marL="914400" algn="ctr" rtl="0" fontAlgn="base">
              <a:spcBef>
                <a:spcPct val="0"/>
              </a:spcBef>
              <a:spcAft>
                <a:spcPct val="0"/>
              </a:spcAft>
              <a:defRPr sz="4400">
                <a:solidFill>
                  <a:schemeClr val="lt1"/>
                </a:solidFill>
                <a:latin typeface="+mn-lt"/>
                <a:ea typeface="+mn-ea"/>
                <a:cs typeface="+mn-cs"/>
              </a:defRPr>
            </a:lvl7pPr>
            <a:lvl8pPr marL="1371600" algn="ctr" rtl="0" fontAlgn="base">
              <a:spcBef>
                <a:spcPct val="0"/>
              </a:spcBef>
              <a:spcAft>
                <a:spcPct val="0"/>
              </a:spcAft>
              <a:defRPr sz="4400">
                <a:solidFill>
                  <a:schemeClr val="lt1"/>
                </a:solidFill>
                <a:latin typeface="+mn-lt"/>
                <a:ea typeface="+mn-ea"/>
                <a:cs typeface="+mn-cs"/>
              </a:defRPr>
            </a:lvl8pPr>
            <a:lvl9pPr marL="1828800" algn="ctr" rtl="0" fontAlgn="base">
              <a:spcBef>
                <a:spcPct val="0"/>
              </a:spcBef>
              <a:spcAft>
                <a:spcPct val="0"/>
              </a:spcAft>
              <a:defRPr sz="4400">
                <a:solidFill>
                  <a:schemeClr val="lt1"/>
                </a:solidFill>
                <a:latin typeface="+mn-lt"/>
                <a:ea typeface="+mn-ea"/>
                <a:cs typeface="+mn-cs"/>
              </a:defRPr>
            </a:lvl9pPr>
          </a:lstStyle>
          <a:p>
            <a:pPr>
              <a:defRPr/>
            </a:pPr>
            <a:endParaRPr lang="en-US" sz="2800" b="1" dirty="0">
              <a:solidFill>
                <a:schemeClr val="tx1"/>
              </a:solidFill>
            </a:endParaRPr>
          </a:p>
        </p:txBody>
      </p:sp>
      <p:pic>
        <p:nvPicPr>
          <p:cNvPr id="11" name="Picture 4" descr="Copy of INCONRIT 2016 (1).jpg">
            <a:extLst>
              <a:ext uri="{FF2B5EF4-FFF2-40B4-BE49-F238E27FC236}">
                <a16:creationId xmlns:a16="http://schemas.microsoft.com/office/drawing/2014/main" id="{C684A3C2-DBE1-ADC0-88BF-AD2A02B04DA1}"/>
              </a:ext>
            </a:extLst>
          </p:cNvPr>
          <p:cNvPicPr>
            <a:picLocks noChangeAspect="1"/>
          </p:cNvPicPr>
          <p:nvPr/>
        </p:nvPicPr>
        <p:blipFill>
          <a:blip r:embed="rId2">
            <a:lum contrast="30000"/>
            <a:extLst>
              <a:ext uri="{28A0092B-C50C-407E-A947-70E740481C1C}">
                <a14:useLocalDpi xmlns:a14="http://schemas.microsoft.com/office/drawing/2010/main" val="0"/>
              </a:ext>
            </a:extLst>
          </a:blip>
          <a:srcRect/>
          <a:stretch>
            <a:fillRect/>
          </a:stretch>
        </p:blipFill>
        <p:spPr bwMode="auto">
          <a:xfrm>
            <a:off x="10619978" y="251619"/>
            <a:ext cx="871538"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a:extLst>
              <a:ext uri="{FF2B5EF4-FFF2-40B4-BE49-F238E27FC236}">
                <a16:creationId xmlns:a16="http://schemas.microsoft.com/office/drawing/2014/main" id="{7663316D-BEFB-BB90-58CD-34A1EC93F339}"/>
              </a:ext>
            </a:extLst>
          </p:cNvPr>
          <p:cNvSpPr txBox="1"/>
          <p:nvPr/>
        </p:nvSpPr>
        <p:spPr>
          <a:xfrm>
            <a:off x="265471" y="167148"/>
            <a:ext cx="8072284" cy="584775"/>
          </a:xfrm>
          <a:prstGeom prst="rect">
            <a:avLst/>
          </a:prstGeom>
          <a:noFill/>
        </p:spPr>
        <p:txBody>
          <a:bodyPr wrap="square" rtlCol="0">
            <a:spAutoFit/>
          </a:bodyPr>
          <a:lstStyle/>
          <a:p>
            <a:r>
              <a:rPr lang="en-US" sz="3200" dirty="0">
                <a:latin typeface="Cambria" panose="02040503050406030204" pitchFamily="18" charset="0"/>
                <a:ea typeface="Cambria" panose="02040503050406030204" pitchFamily="18" charset="0"/>
              </a:rPr>
              <a:t>PCB </a:t>
            </a:r>
          </a:p>
        </p:txBody>
      </p:sp>
      <p:sp>
        <p:nvSpPr>
          <p:cNvPr id="5" name="Rectangle 4">
            <a:extLst>
              <a:ext uri="{FF2B5EF4-FFF2-40B4-BE49-F238E27FC236}">
                <a16:creationId xmlns:a16="http://schemas.microsoft.com/office/drawing/2014/main" id="{57232B2A-2E18-04AB-19E4-1A653FA1BDF0}"/>
              </a:ext>
            </a:extLst>
          </p:cNvPr>
          <p:cNvSpPr/>
          <p:nvPr/>
        </p:nvSpPr>
        <p:spPr>
          <a:xfrm>
            <a:off x="3657600" y="5014452"/>
            <a:ext cx="2074606" cy="11503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CD35986-FF12-C4A3-9D28-5B3D65175134}"/>
              </a:ext>
            </a:extLst>
          </p:cNvPr>
          <p:cNvSpPr/>
          <p:nvPr/>
        </p:nvSpPr>
        <p:spPr>
          <a:xfrm>
            <a:off x="1189703" y="6331974"/>
            <a:ext cx="1514168" cy="2163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41FB2007-D454-7685-FAC1-C95E36219232}"/>
              </a:ext>
            </a:extLst>
          </p:cNvPr>
          <p:cNvPicPr>
            <a:picLocks noChangeAspect="1"/>
          </p:cNvPicPr>
          <p:nvPr/>
        </p:nvPicPr>
        <p:blipFill>
          <a:blip r:embed="rId3"/>
          <a:srcRect b="8061"/>
          <a:stretch>
            <a:fillRect/>
          </a:stretch>
        </p:blipFill>
        <p:spPr>
          <a:xfrm>
            <a:off x="154985" y="1056148"/>
            <a:ext cx="5941015" cy="3069015"/>
          </a:xfrm>
          <a:prstGeom prst="rect">
            <a:avLst/>
          </a:prstGeom>
        </p:spPr>
      </p:pic>
      <p:pic>
        <p:nvPicPr>
          <p:cNvPr id="9" name="Picture 8">
            <a:extLst>
              <a:ext uri="{FF2B5EF4-FFF2-40B4-BE49-F238E27FC236}">
                <a16:creationId xmlns:a16="http://schemas.microsoft.com/office/drawing/2014/main" id="{8F4F0923-4258-93B7-3927-69E04613CE6A}"/>
              </a:ext>
            </a:extLst>
          </p:cNvPr>
          <p:cNvPicPr>
            <a:picLocks noChangeAspect="1"/>
          </p:cNvPicPr>
          <p:nvPr/>
        </p:nvPicPr>
        <p:blipFill>
          <a:blip r:embed="rId4"/>
          <a:srcRect b="10063"/>
          <a:stretch>
            <a:fillRect/>
          </a:stretch>
        </p:blipFill>
        <p:spPr>
          <a:xfrm>
            <a:off x="6104900" y="3693160"/>
            <a:ext cx="5932115" cy="2997692"/>
          </a:xfrm>
          <a:prstGeom prst="rect">
            <a:avLst/>
          </a:prstGeom>
        </p:spPr>
      </p:pic>
    </p:spTree>
    <p:extLst>
      <p:ext uri="{BB962C8B-B14F-4D97-AF65-F5344CB8AC3E}">
        <p14:creationId xmlns:p14="http://schemas.microsoft.com/office/powerpoint/2010/main" val="34983656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CDC2D-5A68-677B-B3AB-7BE76507AFDC}"/>
            </a:ext>
          </a:extLst>
        </p:cNvPr>
        <p:cNvGrpSpPr/>
        <p:nvPr/>
      </p:nvGrpSpPr>
      <p:grpSpPr>
        <a:xfrm>
          <a:off x="0" y="0"/>
          <a:ext cx="0" cy="0"/>
          <a:chOff x="0" y="0"/>
          <a:chExt cx="0" cy="0"/>
        </a:xfrm>
      </p:grpSpPr>
      <p:sp>
        <p:nvSpPr>
          <p:cNvPr id="7" name="Title 4">
            <a:extLst>
              <a:ext uri="{FF2B5EF4-FFF2-40B4-BE49-F238E27FC236}">
                <a16:creationId xmlns:a16="http://schemas.microsoft.com/office/drawing/2014/main" id="{9102CE9C-3D02-327B-A446-31975CED899D}"/>
              </a:ext>
            </a:extLst>
          </p:cNvPr>
          <p:cNvSpPr txBox="1">
            <a:spLocks/>
          </p:cNvSpPr>
          <p:nvPr/>
        </p:nvSpPr>
        <p:spPr>
          <a:xfrm>
            <a:off x="0" y="0"/>
            <a:ext cx="12192000" cy="914400"/>
          </a:xfrm>
          <a:prstGeom prst="rect">
            <a:avLst/>
          </a:prstGeom>
          <a:solidFill>
            <a:srgbClr val="FFC000"/>
          </a:solidFill>
          <a:ln w="25400"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lvl1pPr algn="ctr" rtl="0" eaLnBrk="0" fontAlgn="base" hangingPunct="0">
              <a:spcBef>
                <a:spcPct val="0"/>
              </a:spcBef>
              <a:spcAft>
                <a:spcPct val="0"/>
              </a:spcAft>
              <a:defRPr sz="4400" kern="1200">
                <a:solidFill>
                  <a:schemeClr val="lt1"/>
                </a:solidFill>
                <a:latin typeface="+mn-lt"/>
                <a:ea typeface="+mn-ea"/>
                <a:cs typeface="+mn-cs"/>
              </a:defRPr>
            </a:lvl1pPr>
            <a:lvl2pPr algn="ctr" rtl="0" eaLnBrk="0" fontAlgn="base" hangingPunct="0">
              <a:spcBef>
                <a:spcPct val="0"/>
              </a:spcBef>
              <a:spcAft>
                <a:spcPct val="0"/>
              </a:spcAft>
              <a:defRPr sz="4400">
                <a:solidFill>
                  <a:schemeClr val="lt1"/>
                </a:solidFill>
                <a:latin typeface="+mn-lt"/>
                <a:ea typeface="+mn-ea"/>
                <a:cs typeface="+mn-cs"/>
              </a:defRPr>
            </a:lvl2pPr>
            <a:lvl3pPr algn="ctr" rtl="0" eaLnBrk="0" fontAlgn="base" hangingPunct="0">
              <a:spcBef>
                <a:spcPct val="0"/>
              </a:spcBef>
              <a:spcAft>
                <a:spcPct val="0"/>
              </a:spcAft>
              <a:defRPr sz="4400">
                <a:solidFill>
                  <a:schemeClr val="lt1"/>
                </a:solidFill>
                <a:latin typeface="+mn-lt"/>
                <a:ea typeface="+mn-ea"/>
                <a:cs typeface="+mn-cs"/>
              </a:defRPr>
            </a:lvl3pPr>
            <a:lvl4pPr algn="ctr" rtl="0" eaLnBrk="0" fontAlgn="base" hangingPunct="0">
              <a:spcBef>
                <a:spcPct val="0"/>
              </a:spcBef>
              <a:spcAft>
                <a:spcPct val="0"/>
              </a:spcAft>
              <a:defRPr sz="4400">
                <a:solidFill>
                  <a:schemeClr val="lt1"/>
                </a:solidFill>
                <a:latin typeface="+mn-lt"/>
                <a:ea typeface="+mn-ea"/>
                <a:cs typeface="+mn-cs"/>
              </a:defRPr>
            </a:lvl4pPr>
            <a:lvl5pPr algn="ctr" rtl="0" eaLnBrk="0" fontAlgn="base" hangingPunct="0">
              <a:spcBef>
                <a:spcPct val="0"/>
              </a:spcBef>
              <a:spcAft>
                <a:spcPct val="0"/>
              </a:spcAft>
              <a:defRPr sz="4400">
                <a:solidFill>
                  <a:schemeClr val="lt1"/>
                </a:solidFill>
                <a:latin typeface="+mn-lt"/>
                <a:ea typeface="+mn-ea"/>
                <a:cs typeface="+mn-cs"/>
              </a:defRPr>
            </a:lvl5pPr>
            <a:lvl6pPr marL="457200" algn="ctr" rtl="0" fontAlgn="base">
              <a:spcBef>
                <a:spcPct val="0"/>
              </a:spcBef>
              <a:spcAft>
                <a:spcPct val="0"/>
              </a:spcAft>
              <a:defRPr sz="4400">
                <a:solidFill>
                  <a:schemeClr val="lt1"/>
                </a:solidFill>
                <a:latin typeface="+mn-lt"/>
                <a:ea typeface="+mn-ea"/>
                <a:cs typeface="+mn-cs"/>
              </a:defRPr>
            </a:lvl6pPr>
            <a:lvl7pPr marL="914400" algn="ctr" rtl="0" fontAlgn="base">
              <a:spcBef>
                <a:spcPct val="0"/>
              </a:spcBef>
              <a:spcAft>
                <a:spcPct val="0"/>
              </a:spcAft>
              <a:defRPr sz="4400">
                <a:solidFill>
                  <a:schemeClr val="lt1"/>
                </a:solidFill>
                <a:latin typeface="+mn-lt"/>
                <a:ea typeface="+mn-ea"/>
                <a:cs typeface="+mn-cs"/>
              </a:defRPr>
            </a:lvl7pPr>
            <a:lvl8pPr marL="1371600" algn="ctr" rtl="0" fontAlgn="base">
              <a:spcBef>
                <a:spcPct val="0"/>
              </a:spcBef>
              <a:spcAft>
                <a:spcPct val="0"/>
              </a:spcAft>
              <a:defRPr sz="4400">
                <a:solidFill>
                  <a:schemeClr val="lt1"/>
                </a:solidFill>
                <a:latin typeface="+mn-lt"/>
                <a:ea typeface="+mn-ea"/>
                <a:cs typeface="+mn-cs"/>
              </a:defRPr>
            </a:lvl8pPr>
            <a:lvl9pPr marL="1828800" algn="ctr" rtl="0" fontAlgn="base">
              <a:spcBef>
                <a:spcPct val="0"/>
              </a:spcBef>
              <a:spcAft>
                <a:spcPct val="0"/>
              </a:spcAft>
              <a:defRPr sz="4400">
                <a:solidFill>
                  <a:schemeClr val="lt1"/>
                </a:solidFill>
                <a:latin typeface="+mn-lt"/>
                <a:ea typeface="+mn-ea"/>
                <a:cs typeface="+mn-cs"/>
              </a:defRPr>
            </a:lvl9pPr>
          </a:lstStyle>
          <a:p>
            <a:pPr>
              <a:defRPr/>
            </a:pPr>
            <a:endParaRPr lang="en-US" sz="2800" b="1" dirty="0">
              <a:solidFill>
                <a:schemeClr val="tx1"/>
              </a:solidFill>
            </a:endParaRPr>
          </a:p>
        </p:txBody>
      </p:sp>
      <p:pic>
        <p:nvPicPr>
          <p:cNvPr id="11" name="Picture 4" descr="Copy of INCONRIT 2016 (1).jpg">
            <a:extLst>
              <a:ext uri="{FF2B5EF4-FFF2-40B4-BE49-F238E27FC236}">
                <a16:creationId xmlns:a16="http://schemas.microsoft.com/office/drawing/2014/main" id="{85391128-54DE-1CB6-C4BE-0BC154C71400}"/>
              </a:ext>
            </a:extLst>
          </p:cNvPr>
          <p:cNvPicPr>
            <a:picLocks noChangeAspect="1"/>
          </p:cNvPicPr>
          <p:nvPr/>
        </p:nvPicPr>
        <p:blipFill>
          <a:blip r:embed="rId2">
            <a:lum contrast="30000"/>
            <a:extLst>
              <a:ext uri="{28A0092B-C50C-407E-A947-70E740481C1C}">
                <a14:useLocalDpi xmlns:a14="http://schemas.microsoft.com/office/drawing/2010/main" val="0"/>
              </a:ext>
            </a:extLst>
          </a:blip>
          <a:srcRect/>
          <a:stretch>
            <a:fillRect/>
          </a:stretch>
        </p:blipFill>
        <p:spPr bwMode="auto">
          <a:xfrm>
            <a:off x="10619978" y="251619"/>
            <a:ext cx="871538"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a:extLst>
              <a:ext uri="{FF2B5EF4-FFF2-40B4-BE49-F238E27FC236}">
                <a16:creationId xmlns:a16="http://schemas.microsoft.com/office/drawing/2014/main" id="{0D06BEB5-04A4-C183-F1DE-AF9C78125B1D}"/>
              </a:ext>
            </a:extLst>
          </p:cNvPr>
          <p:cNvSpPr txBox="1"/>
          <p:nvPr/>
        </p:nvSpPr>
        <p:spPr>
          <a:xfrm>
            <a:off x="265471" y="167148"/>
            <a:ext cx="8072284" cy="584775"/>
          </a:xfrm>
          <a:prstGeom prst="rect">
            <a:avLst/>
          </a:prstGeom>
          <a:noFill/>
        </p:spPr>
        <p:txBody>
          <a:bodyPr wrap="square" rtlCol="0">
            <a:spAutoFit/>
          </a:bodyPr>
          <a:lstStyle/>
          <a:p>
            <a:r>
              <a:rPr lang="en-US" sz="3200" dirty="0">
                <a:latin typeface="Cambria" panose="02040503050406030204" pitchFamily="18" charset="0"/>
                <a:ea typeface="Cambria" panose="02040503050406030204" pitchFamily="18" charset="0"/>
              </a:rPr>
              <a:t>Proposed Solution </a:t>
            </a:r>
          </a:p>
        </p:txBody>
      </p:sp>
      <p:sp>
        <p:nvSpPr>
          <p:cNvPr id="5" name="Rectangle 4">
            <a:extLst>
              <a:ext uri="{FF2B5EF4-FFF2-40B4-BE49-F238E27FC236}">
                <a16:creationId xmlns:a16="http://schemas.microsoft.com/office/drawing/2014/main" id="{760D6488-8AA0-B2EB-DDD3-58DAA84538DC}"/>
              </a:ext>
            </a:extLst>
          </p:cNvPr>
          <p:cNvSpPr/>
          <p:nvPr/>
        </p:nvSpPr>
        <p:spPr>
          <a:xfrm>
            <a:off x="3657600" y="5014452"/>
            <a:ext cx="2074606" cy="11503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5468714-631F-04CC-EAA4-E203B8DD6D15}"/>
              </a:ext>
            </a:extLst>
          </p:cNvPr>
          <p:cNvSpPr/>
          <p:nvPr/>
        </p:nvSpPr>
        <p:spPr>
          <a:xfrm>
            <a:off x="1189703" y="6331974"/>
            <a:ext cx="1514168" cy="2163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final_overview.jpg" descr="Fig. 4. Final assembled prototype of the proposed APFC system: (a) enclosure showing the controller board, relay module, capacitor bank and MCBs; (b) the system before power-on, with a mobile phone charger connected at the output; (c) the system after power-on, with the phone shown charging from the output." title="FINAL ASSEMBLED PROTOTYPE — (a) ENCLOSURE OVERVIEW, (b) BEFORE POWER-ON, (c) AFTER POWER-ON">
            <a:extLst>
              <a:ext uri="{FF2B5EF4-FFF2-40B4-BE49-F238E27FC236}">
                <a16:creationId xmlns:a16="http://schemas.microsoft.com/office/drawing/2014/main" id="{5D3939E8-56E8-5232-CB4B-4C4BA490E669}"/>
              </a:ext>
            </a:extLst>
          </p:cNvPr>
          <p:cNvPicPr>
            <a:picLocks noChangeAspect="1"/>
          </p:cNvPicPr>
          <p:nvPr/>
        </p:nvPicPr>
        <p:blipFill>
          <a:blip r:embed="rId3"/>
          <a:srcRect/>
          <a:stretch>
            <a:fillRect/>
          </a:stretch>
        </p:blipFill>
        <p:spPr bwMode="auto">
          <a:xfrm>
            <a:off x="6258560" y="2531685"/>
            <a:ext cx="5279595" cy="3959696"/>
          </a:xfrm>
          <a:prstGeom prst="rect">
            <a:avLst/>
          </a:prstGeom>
        </p:spPr>
      </p:pic>
      <p:pic>
        <p:nvPicPr>
          <p:cNvPr id="6" name="final_before.jpg" descr="Fig. 4. Final assembled prototype of the proposed APFC system: (a) enclosure showing the controller board, relay module, capacitor bank and MCBs; (b) the system before power-on, with a mobile phone charger connected at the output; (c) the system after power-on, with the phone shown charging from the output." title="FINAL ASSEMBLED PROTOTYPE — (a) ENCLOSURE OVERVIEW, (b) BEFORE POWER-ON, (c) AFTER POWER-ON">
            <a:extLst>
              <a:ext uri="{FF2B5EF4-FFF2-40B4-BE49-F238E27FC236}">
                <a16:creationId xmlns:a16="http://schemas.microsoft.com/office/drawing/2014/main" id="{8CBF825D-5DB3-AE04-4F01-0E4553B6B850}"/>
              </a:ext>
            </a:extLst>
          </p:cNvPr>
          <p:cNvPicPr>
            <a:picLocks noChangeAspect="1"/>
          </p:cNvPicPr>
          <p:nvPr/>
        </p:nvPicPr>
        <p:blipFill>
          <a:blip r:embed="rId4"/>
          <a:srcRect/>
          <a:stretch>
            <a:fillRect/>
          </a:stretch>
        </p:blipFill>
        <p:spPr bwMode="auto">
          <a:xfrm>
            <a:off x="264159" y="997361"/>
            <a:ext cx="5139485" cy="3854614"/>
          </a:xfrm>
          <a:prstGeom prst="rect">
            <a:avLst/>
          </a:prstGeom>
        </p:spPr>
      </p:pic>
    </p:spTree>
    <p:extLst>
      <p:ext uri="{BB962C8B-B14F-4D97-AF65-F5344CB8AC3E}">
        <p14:creationId xmlns:p14="http://schemas.microsoft.com/office/powerpoint/2010/main" val="35578814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F54DE-BA8E-A593-5F13-8D0D1CDBE885}"/>
            </a:ext>
          </a:extLst>
        </p:cNvPr>
        <p:cNvGrpSpPr/>
        <p:nvPr/>
      </p:nvGrpSpPr>
      <p:grpSpPr>
        <a:xfrm>
          <a:off x="0" y="0"/>
          <a:ext cx="0" cy="0"/>
          <a:chOff x="0" y="0"/>
          <a:chExt cx="0" cy="0"/>
        </a:xfrm>
      </p:grpSpPr>
      <p:sp>
        <p:nvSpPr>
          <p:cNvPr id="7" name="Title 4">
            <a:extLst>
              <a:ext uri="{FF2B5EF4-FFF2-40B4-BE49-F238E27FC236}">
                <a16:creationId xmlns:a16="http://schemas.microsoft.com/office/drawing/2014/main" id="{C549CAE3-72ED-A3D8-8475-4ECCCA8CF673}"/>
              </a:ext>
            </a:extLst>
          </p:cNvPr>
          <p:cNvSpPr txBox="1">
            <a:spLocks/>
          </p:cNvSpPr>
          <p:nvPr/>
        </p:nvSpPr>
        <p:spPr>
          <a:xfrm>
            <a:off x="0" y="0"/>
            <a:ext cx="12192000" cy="914400"/>
          </a:xfrm>
          <a:prstGeom prst="rect">
            <a:avLst/>
          </a:prstGeom>
          <a:solidFill>
            <a:srgbClr val="FFC000"/>
          </a:solidFill>
          <a:ln w="25400"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lvl1pPr algn="ctr" rtl="0" eaLnBrk="0" fontAlgn="base" hangingPunct="0">
              <a:spcBef>
                <a:spcPct val="0"/>
              </a:spcBef>
              <a:spcAft>
                <a:spcPct val="0"/>
              </a:spcAft>
              <a:defRPr sz="4400" kern="1200">
                <a:solidFill>
                  <a:schemeClr val="lt1"/>
                </a:solidFill>
                <a:latin typeface="+mn-lt"/>
                <a:ea typeface="+mn-ea"/>
                <a:cs typeface="+mn-cs"/>
              </a:defRPr>
            </a:lvl1pPr>
            <a:lvl2pPr algn="ctr" rtl="0" eaLnBrk="0" fontAlgn="base" hangingPunct="0">
              <a:spcBef>
                <a:spcPct val="0"/>
              </a:spcBef>
              <a:spcAft>
                <a:spcPct val="0"/>
              </a:spcAft>
              <a:defRPr sz="4400">
                <a:solidFill>
                  <a:schemeClr val="lt1"/>
                </a:solidFill>
                <a:latin typeface="+mn-lt"/>
                <a:ea typeface="+mn-ea"/>
                <a:cs typeface="+mn-cs"/>
              </a:defRPr>
            </a:lvl2pPr>
            <a:lvl3pPr algn="ctr" rtl="0" eaLnBrk="0" fontAlgn="base" hangingPunct="0">
              <a:spcBef>
                <a:spcPct val="0"/>
              </a:spcBef>
              <a:spcAft>
                <a:spcPct val="0"/>
              </a:spcAft>
              <a:defRPr sz="4400">
                <a:solidFill>
                  <a:schemeClr val="lt1"/>
                </a:solidFill>
                <a:latin typeface="+mn-lt"/>
                <a:ea typeface="+mn-ea"/>
                <a:cs typeface="+mn-cs"/>
              </a:defRPr>
            </a:lvl3pPr>
            <a:lvl4pPr algn="ctr" rtl="0" eaLnBrk="0" fontAlgn="base" hangingPunct="0">
              <a:spcBef>
                <a:spcPct val="0"/>
              </a:spcBef>
              <a:spcAft>
                <a:spcPct val="0"/>
              </a:spcAft>
              <a:defRPr sz="4400">
                <a:solidFill>
                  <a:schemeClr val="lt1"/>
                </a:solidFill>
                <a:latin typeface="+mn-lt"/>
                <a:ea typeface="+mn-ea"/>
                <a:cs typeface="+mn-cs"/>
              </a:defRPr>
            </a:lvl4pPr>
            <a:lvl5pPr algn="ctr" rtl="0" eaLnBrk="0" fontAlgn="base" hangingPunct="0">
              <a:spcBef>
                <a:spcPct val="0"/>
              </a:spcBef>
              <a:spcAft>
                <a:spcPct val="0"/>
              </a:spcAft>
              <a:defRPr sz="4400">
                <a:solidFill>
                  <a:schemeClr val="lt1"/>
                </a:solidFill>
                <a:latin typeface="+mn-lt"/>
                <a:ea typeface="+mn-ea"/>
                <a:cs typeface="+mn-cs"/>
              </a:defRPr>
            </a:lvl5pPr>
            <a:lvl6pPr marL="457200" algn="ctr" rtl="0" fontAlgn="base">
              <a:spcBef>
                <a:spcPct val="0"/>
              </a:spcBef>
              <a:spcAft>
                <a:spcPct val="0"/>
              </a:spcAft>
              <a:defRPr sz="4400">
                <a:solidFill>
                  <a:schemeClr val="lt1"/>
                </a:solidFill>
                <a:latin typeface="+mn-lt"/>
                <a:ea typeface="+mn-ea"/>
                <a:cs typeface="+mn-cs"/>
              </a:defRPr>
            </a:lvl6pPr>
            <a:lvl7pPr marL="914400" algn="ctr" rtl="0" fontAlgn="base">
              <a:spcBef>
                <a:spcPct val="0"/>
              </a:spcBef>
              <a:spcAft>
                <a:spcPct val="0"/>
              </a:spcAft>
              <a:defRPr sz="4400">
                <a:solidFill>
                  <a:schemeClr val="lt1"/>
                </a:solidFill>
                <a:latin typeface="+mn-lt"/>
                <a:ea typeface="+mn-ea"/>
                <a:cs typeface="+mn-cs"/>
              </a:defRPr>
            </a:lvl7pPr>
            <a:lvl8pPr marL="1371600" algn="ctr" rtl="0" fontAlgn="base">
              <a:spcBef>
                <a:spcPct val="0"/>
              </a:spcBef>
              <a:spcAft>
                <a:spcPct val="0"/>
              </a:spcAft>
              <a:defRPr sz="4400">
                <a:solidFill>
                  <a:schemeClr val="lt1"/>
                </a:solidFill>
                <a:latin typeface="+mn-lt"/>
                <a:ea typeface="+mn-ea"/>
                <a:cs typeface="+mn-cs"/>
              </a:defRPr>
            </a:lvl8pPr>
            <a:lvl9pPr marL="1828800" algn="ctr" rtl="0" fontAlgn="base">
              <a:spcBef>
                <a:spcPct val="0"/>
              </a:spcBef>
              <a:spcAft>
                <a:spcPct val="0"/>
              </a:spcAft>
              <a:defRPr sz="4400">
                <a:solidFill>
                  <a:schemeClr val="lt1"/>
                </a:solidFill>
                <a:latin typeface="+mn-lt"/>
                <a:ea typeface="+mn-ea"/>
                <a:cs typeface="+mn-cs"/>
              </a:defRPr>
            </a:lvl9pPr>
          </a:lstStyle>
          <a:p>
            <a:pPr>
              <a:defRPr/>
            </a:pPr>
            <a:endParaRPr lang="en-US" sz="2800" b="1" dirty="0">
              <a:solidFill>
                <a:schemeClr val="tx1"/>
              </a:solidFill>
            </a:endParaRPr>
          </a:p>
        </p:txBody>
      </p:sp>
      <p:pic>
        <p:nvPicPr>
          <p:cNvPr id="11" name="Picture 4" descr="Copy of INCONRIT 2016 (1).jpg">
            <a:extLst>
              <a:ext uri="{FF2B5EF4-FFF2-40B4-BE49-F238E27FC236}">
                <a16:creationId xmlns:a16="http://schemas.microsoft.com/office/drawing/2014/main" id="{D404857E-3B41-15C2-0AF4-F0C7DE40F9AB}"/>
              </a:ext>
            </a:extLst>
          </p:cNvPr>
          <p:cNvPicPr>
            <a:picLocks noChangeAspect="1"/>
          </p:cNvPicPr>
          <p:nvPr/>
        </p:nvPicPr>
        <p:blipFill>
          <a:blip r:embed="rId2">
            <a:lum contrast="30000"/>
            <a:extLst>
              <a:ext uri="{28A0092B-C50C-407E-A947-70E740481C1C}">
                <a14:useLocalDpi xmlns:a14="http://schemas.microsoft.com/office/drawing/2010/main" val="0"/>
              </a:ext>
            </a:extLst>
          </a:blip>
          <a:srcRect/>
          <a:stretch>
            <a:fillRect/>
          </a:stretch>
        </p:blipFill>
        <p:spPr bwMode="auto">
          <a:xfrm>
            <a:off x="10619978" y="251619"/>
            <a:ext cx="871538"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a:extLst>
              <a:ext uri="{FF2B5EF4-FFF2-40B4-BE49-F238E27FC236}">
                <a16:creationId xmlns:a16="http://schemas.microsoft.com/office/drawing/2014/main" id="{2D936149-C018-607A-0E11-1C0A2CC626DD}"/>
              </a:ext>
            </a:extLst>
          </p:cNvPr>
          <p:cNvSpPr txBox="1"/>
          <p:nvPr/>
        </p:nvSpPr>
        <p:spPr>
          <a:xfrm>
            <a:off x="265471" y="167148"/>
            <a:ext cx="8072284" cy="584775"/>
          </a:xfrm>
          <a:prstGeom prst="rect">
            <a:avLst/>
          </a:prstGeom>
          <a:noFill/>
        </p:spPr>
        <p:txBody>
          <a:bodyPr wrap="square" rtlCol="0">
            <a:spAutoFit/>
          </a:bodyPr>
          <a:lstStyle/>
          <a:p>
            <a:r>
              <a:rPr lang="en-US" sz="3200" dirty="0">
                <a:latin typeface="Cambria" panose="02040503050406030204" pitchFamily="18" charset="0"/>
                <a:ea typeface="Cambria" panose="02040503050406030204" pitchFamily="18" charset="0"/>
              </a:rPr>
              <a:t>Applications</a:t>
            </a:r>
          </a:p>
        </p:txBody>
      </p:sp>
      <p:sp>
        <p:nvSpPr>
          <p:cNvPr id="5" name="Rectangle 4">
            <a:extLst>
              <a:ext uri="{FF2B5EF4-FFF2-40B4-BE49-F238E27FC236}">
                <a16:creationId xmlns:a16="http://schemas.microsoft.com/office/drawing/2014/main" id="{2CB6CC8E-88BA-9314-4203-D81B5CCFEBDC}"/>
              </a:ext>
            </a:extLst>
          </p:cNvPr>
          <p:cNvSpPr/>
          <p:nvPr/>
        </p:nvSpPr>
        <p:spPr>
          <a:xfrm>
            <a:off x="3657600" y="5014452"/>
            <a:ext cx="2074606" cy="11503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F40C49C-58BC-C81A-A7BD-F3918F896220}"/>
              </a:ext>
            </a:extLst>
          </p:cNvPr>
          <p:cNvSpPr/>
          <p:nvPr/>
        </p:nvSpPr>
        <p:spPr>
          <a:xfrm>
            <a:off x="1189703" y="6331974"/>
            <a:ext cx="1514168" cy="2163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5">
            <a:extLst>
              <a:ext uri="{FF2B5EF4-FFF2-40B4-BE49-F238E27FC236}">
                <a16:creationId xmlns:a16="http://schemas.microsoft.com/office/drawing/2014/main" id="{747E7FFE-1D6E-EA94-28EB-72BCA9C364D1}"/>
              </a:ext>
            </a:extLst>
          </p:cNvPr>
          <p:cNvSpPr txBox="1">
            <a:spLocks noChangeArrowheads="1"/>
          </p:cNvSpPr>
          <p:nvPr/>
        </p:nvSpPr>
        <p:spPr bwMode="auto">
          <a:xfrm>
            <a:off x="265471" y="1305341"/>
            <a:ext cx="11226045"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eaLnBrk="0" fontAlgn="base" hangingPunct="0">
              <a:spcBef>
                <a:spcPct val="20000"/>
              </a:spcBef>
              <a:spcAft>
                <a:spcPct val="0"/>
              </a:spcAft>
              <a:buFont typeface="Arial" panose="020B0604020202020204" pitchFamily="34" charset="0"/>
              <a:buChar char="•"/>
              <a:defRPr sz="3200" kern="1200">
                <a:solidFill>
                  <a:schemeClr val="tx1"/>
                </a:solidFill>
                <a:latin typeface="Calibri" panose="020F0502020204030204" pitchFamily="34" charset="0"/>
                <a:ea typeface="+mn-ea"/>
                <a:cs typeface="Arial" panose="020B060402020202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Calibri" panose="020F0502020204030204" pitchFamily="34" charset="0"/>
                <a:ea typeface="+mn-ea"/>
                <a:cs typeface="Arial" panose="020B060402020202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Calibri" panose="020F0502020204030204" pitchFamily="34" charset="0"/>
                <a:ea typeface="+mn-ea"/>
                <a:cs typeface="Arial" panose="020B060402020202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Calibri" panose="020F0502020204030204" pitchFamily="34" charset="0"/>
                <a:ea typeface="+mn-ea"/>
                <a:cs typeface="Arial" panose="020B060402020202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Calibri" panose="020F0502020204030204" pitchFamily="34" charset="0"/>
                <a:ea typeface="+mn-ea"/>
                <a:cs typeface="Arial" panose="020B0604020202020204" pitchFamily="34" charset="0"/>
              </a:defRPr>
            </a:lvl5pPr>
            <a:lvl6pPr marL="2514600" indent="-228600" algn="l" defTabSz="914400" rtl="0" eaLnBrk="0" fontAlgn="base" latinLnBrk="0" hangingPunct="0">
              <a:spcBef>
                <a:spcPct val="20000"/>
              </a:spcBef>
              <a:spcAft>
                <a:spcPct val="0"/>
              </a:spcAft>
              <a:buFont typeface="Arial" panose="020B0604020202020204" pitchFamily="34" charset="0"/>
              <a:buChar char="»"/>
              <a:defRPr sz="2000" kern="1200">
                <a:solidFill>
                  <a:schemeClr val="tx1"/>
                </a:solidFill>
                <a:latin typeface="Calibri" panose="020F0502020204030204" pitchFamily="34" charset="0"/>
                <a:ea typeface="+mn-ea"/>
                <a:cs typeface="Arial" panose="020B0604020202020204" pitchFamily="34" charset="0"/>
              </a:defRPr>
            </a:lvl6pPr>
            <a:lvl7pPr marL="2971800" indent="-228600" algn="l" defTabSz="914400" rtl="0" eaLnBrk="0" fontAlgn="base" latinLnBrk="0" hangingPunct="0">
              <a:spcBef>
                <a:spcPct val="20000"/>
              </a:spcBef>
              <a:spcAft>
                <a:spcPct val="0"/>
              </a:spcAft>
              <a:buFont typeface="Arial" panose="020B0604020202020204" pitchFamily="34" charset="0"/>
              <a:buChar char="»"/>
              <a:defRPr sz="2000" kern="1200">
                <a:solidFill>
                  <a:schemeClr val="tx1"/>
                </a:solidFill>
                <a:latin typeface="Calibri" panose="020F0502020204030204" pitchFamily="34" charset="0"/>
                <a:ea typeface="+mn-ea"/>
                <a:cs typeface="Arial" panose="020B0604020202020204" pitchFamily="34" charset="0"/>
              </a:defRPr>
            </a:lvl7pPr>
            <a:lvl8pPr marL="3429000" indent="-228600" algn="l" defTabSz="914400" rtl="0" eaLnBrk="0" fontAlgn="base" latinLnBrk="0" hangingPunct="0">
              <a:spcBef>
                <a:spcPct val="20000"/>
              </a:spcBef>
              <a:spcAft>
                <a:spcPct val="0"/>
              </a:spcAft>
              <a:buFont typeface="Arial" panose="020B0604020202020204" pitchFamily="34" charset="0"/>
              <a:buChar char="»"/>
              <a:defRPr sz="2000" kern="1200">
                <a:solidFill>
                  <a:schemeClr val="tx1"/>
                </a:solidFill>
                <a:latin typeface="Calibri" panose="020F0502020204030204" pitchFamily="34" charset="0"/>
                <a:ea typeface="+mn-ea"/>
                <a:cs typeface="Arial" panose="020B0604020202020204" pitchFamily="34" charset="0"/>
              </a:defRPr>
            </a:lvl8pPr>
            <a:lvl9pPr marL="3886200" indent="-228600" algn="l" defTabSz="914400" rtl="0" eaLnBrk="0" fontAlgn="base" latinLnBrk="0" hangingPunct="0">
              <a:spcBef>
                <a:spcPct val="20000"/>
              </a:spcBef>
              <a:spcAft>
                <a:spcPct val="0"/>
              </a:spcAft>
              <a:buFont typeface="Arial" panose="020B0604020202020204" pitchFamily="34" charset="0"/>
              <a:buChar char="»"/>
              <a:defRPr sz="2000" kern="1200">
                <a:solidFill>
                  <a:schemeClr val="tx1"/>
                </a:solidFill>
                <a:latin typeface="Calibri" panose="020F0502020204030204" pitchFamily="34" charset="0"/>
                <a:ea typeface="+mn-ea"/>
                <a:cs typeface="Arial" panose="020B0604020202020204" pitchFamily="34" charset="0"/>
              </a:defRPr>
            </a:lvl9pPr>
          </a:lstStyle>
          <a:p>
            <a:pPr>
              <a:spcBef>
                <a:spcPct val="0"/>
              </a:spcBef>
              <a:buNone/>
            </a:pPr>
            <a:r>
              <a:rPr lang="en-US" altLang="en-US" sz="1800" b="1" dirty="0">
                <a:latin typeface="Cambria" panose="02040503050406030204" pitchFamily="18" charset="0"/>
              </a:rPr>
              <a:t>Industrial Power Systems:</a:t>
            </a:r>
          </a:p>
          <a:p>
            <a:pPr>
              <a:spcBef>
                <a:spcPct val="0"/>
              </a:spcBef>
              <a:buNone/>
            </a:pPr>
            <a:br>
              <a:rPr lang="en-US" altLang="en-US" sz="1800" dirty="0">
                <a:latin typeface="Cambria" panose="02040503050406030204" pitchFamily="18" charset="0"/>
              </a:rPr>
            </a:br>
            <a:r>
              <a:rPr lang="en-US" altLang="en-US" sz="1800" dirty="0">
                <a:latin typeface="Cambria" panose="02040503050406030204" pitchFamily="18" charset="0"/>
              </a:rPr>
              <a:t>The proposed system is applicable in manufacturing plants and processing industries for power factor enhancement. It reduces reactive power losses and minimizes demand penalties associated with inductive loads such as motors and drives.</a:t>
            </a:r>
          </a:p>
          <a:p>
            <a:pPr>
              <a:spcBef>
                <a:spcPct val="0"/>
              </a:spcBef>
              <a:buNone/>
            </a:pPr>
            <a:endParaRPr lang="en-US" altLang="en-US" sz="1800" b="1" dirty="0">
              <a:latin typeface="Cambria" panose="02040503050406030204" pitchFamily="18" charset="0"/>
              <a:ea typeface="Cambria" panose="02040503050406030204" pitchFamily="18" charset="0"/>
            </a:endParaRPr>
          </a:p>
          <a:p>
            <a:pPr>
              <a:spcBef>
                <a:spcPct val="0"/>
              </a:spcBef>
              <a:buNone/>
            </a:pPr>
            <a:r>
              <a:rPr lang="en-US" altLang="en-US" sz="1800" b="1" dirty="0">
                <a:latin typeface="Cambria" panose="02040503050406030204" pitchFamily="18" charset="0"/>
                <a:ea typeface="Cambria" panose="02040503050406030204" pitchFamily="18" charset="0"/>
              </a:rPr>
              <a:t>Commercial Buildings:</a:t>
            </a:r>
          </a:p>
          <a:p>
            <a:pPr>
              <a:spcBef>
                <a:spcPct val="0"/>
              </a:spcBef>
              <a:buFont typeface="Arial" panose="020B0604020202020204" pitchFamily="34" charset="0"/>
              <a:buNone/>
            </a:pPr>
            <a:endParaRPr lang="en-US" altLang="en-US" sz="1800" dirty="0">
              <a:latin typeface="Cambria" panose="02040503050406030204" pitchFamily="18" charset="0"/>
              <a:ea typeface="Cambria" panose="02040503050406030204" pitchFamily="18" charset="0"/>
            </a:endParaRPr>
          </a:p>
          <a:p>
            <a:pPr>
              <a:spcBef>
                <a:spcPct val="0"/>
              </a:spcBef>
              <a:buFont typeface="Arial" panose="020B0604020202020204" pitchFamily="34" charset="0"/>
              <a:buNone/>
            </a:pPr>
            <a:r>
              <a:rPr lang="en-US" altLang="en-US" sz="1800" dirty="0">
                <a:latin typeface="Cambria" panose="02040503050406030204" pitchFamily="18" charset="0"/>
                <a:ea typeface="Cambria" panose="02040503050406030204" pitchFamily="18" charset="0"/>
              </a:rPr>
              <a:t>Applied in commercial complexes with HVAC systems, elevators, and large lighting loads, the system maintains a stable power factor during varying load conditions, leading to improved energy efficiency and reduced operational costs.</a:t>
            </a:r>
          </a:p>
          <a:p>
            <a:pPr>
              <a:spcBef>
                <a:spcPct val="0"/>
              </a:spcBef>
              <a:buFont typeface="Arial" panose="020B0604020202020204" pitchFamily="34" charset="0"/>
              <a:buNone/>
            </a:pPr>
            <a:endParaRPr lang="en-US" altLang="en-US" sz="1800" b="1" dirty="0">
              <a:latin typeface="Cambria" panose="02040503050406030204" pitchFamily="18" charset="0"/>
              <a:ea typeface="Cambria" panose="02040503050406030204" pitchFamily="18" charset="0"/>
            </a:endParaRPr>
          </a:p>
          <a:p>
            <a:pPr>
              <a:spcBef>
                <a:spcPct val="0"/>
              </a:spcBef>
              <a:buFont typeface="Arial" panose="020B0604020202020204" pitchFamily="34" charset="0"/>
              <a:buNone/>
            </a:pPr>
            <a:r>
              <a:rPr lang="en-US" altLang="en-US" sz="1800" b="1" dirty="0">
                <a:latin typeface="Cambria" panose="02040503050406030204" pitchFamily="18" charset="0"/>
                <a:ea typeface="Cambria" panose="02040503050406030204" pitchFamily="18" charset="0"/>
              </a:rPr>
              <a:t>High Load Electrical Installations:</a:t>
            </a:r>
          </a:p>
          <a:p>
            <a:pPr>
              <a:spcBef>
                <a:spcPct val="0"/>
              </a:spcBef>
              <a:buFont typeface="Arial" panose="020B0604020202020204" pitchFamily="34" charset="0"/>
              <a:buNone/>
            </a:pPr>
            <a:endParaRPr lang="en-US" altLang="en-US" sz="1800" dirty="0">
              <a:latin typeface="Cambria" panose="02040503050406030204" pitchFamily="18" charset="0"/>
              <a:ea typeface="Cambria" panose="02040503050406030204" pitchFamily="18" charset="0"/>
            </a:endParaRPr>
          </a:p>
          <a:p>
            <a:pPr>
              <a:spcBef>
                <a:spcPct val="0"/>
              </a:spcBef>
              <a:buFont typeface="Arial" panose="020B0604020202020204" pitchFamily="34" charset="0"/>
              <a:buNone/>
            </a:pPr>
            <a:r>
              <a:rPr lang="en-US" altLang="en-US" sz="1800" dirty="0">
                <a:latin typeface="Cambria" panose="02040503050406030204" pitchFamily="18" charset="0"/>
                <a:ea typeface="Cambria" panose="02040503050406030204" pitchFamily="18" charset="0"/>
              </a:rPr>
              <a:t>Suitable for facilities with varying high electrical loads, ensuring automatic power factor correction, improved power quality, and reduced losses.</a:t>
            </a:r>
          </a:p>
        </p:txBody>
      </p:sp>
    </p:spTree>
    <p:extLst>
      <p:ext uri="{BB962C8B-B14F-4D97-AF65-F5344CB8AC3E}">
        <p14:creationId xmlns:p14="http://schemas.microsoft.com/office/powerpoint/2010/main" val="31884062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BBED1-0F4D-9E6C-C178-4F69E6F06376}"/>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D77D4B5B-15E5-3E7B-9E0C-9D0795862696}"/>
              </a:ext>
            </a:extLst>
          </p:cNvPr>
          <p:cNvSpPr txBox="1"/>
          <p:nvPr/>
        </p:nvSpPr>
        <p:spPr>
          <a:xfrm>
            <a:off x="4296697" y="2844225"/>
            <a:ext cx="3313471" cy="830997"/>
          </a:xfrm>
          <a:prstGeom prst="rect">
            <a:avLst/>
          </a:prstGeom>
          <a:noFill/>
        </p:spPr>
        <p:txBody>
          <a:bodyPr wrap="square" rtlCol="0">
            <a:spAutoFit/>
          </a:bodyPr>
          <a:lstStyle/>
          <a:p>
            <a:pPr algn="ctr"/>
            <a:r>
              <a:rPr lang="en-US" sz="4800" dirty="0">
                <a:latin typeface="Cambria" panose="02040503050406030204" pitchFamily="18" charset="0"/>
                <a:ea typeface="Cambria" panose="02040503050406030204" pitchFamily="18" charset="0"/>
              </a:rPr>
              <a:t>Thank You</a:t>
            </a:r>
          </a:p>
        </p:txBody>
      </p:sp>
      <p:sp>
        <p:nvSpPr>
          <p:cNvPr id="5" name="Rectangle 4">
            <a:extLst>
              <a:ext uri="{FF2B5EF4-FFF2-40B4-BE49-F238E27FC236}">
                <a16:creationId xmlns:a16="http://schemas.microsoft.com/office/drawing/2014/main" id="{FFDA3B7B-52D4-8C47-51CB-95FA03DA75CE}"/>
              </a:ext>
            </a:extLst>
          </p:cNvPr>
          <p:cNvSpPr/>
          <p:nvPr/>
        </p:nvSpPr>
        <p:spPr>
          <a:xfrm>
            <a:off x="3657600" y="5014452"/>
            <a:ext cx="2074606" cy="11503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8B86C1C-71DD-DE28-03E5-0B7FF09CF260}"/>
              </a:ext>
            </a:extLst>
          </p:cNvPr>
          <p:cNvSpPr/>
          <p:nvPr/>
        </p:nvSpPr>
        <p:spPr>
          <a:xfrm>
            <a:off x="1189703" y="6331974"/>
            <a:ext cx="1514168" cy="2163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568072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326</TotalTime>
  <Words>662</Words>
  <Application>Microsoft Office PowerPoint</Application>
  <PresentationFormat>Widescreen</PresentationFormat>
  <Paragraphs>118</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Aptos Display</vt:lpstr>
      <vt:lpstr>Arial</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Atharvaraj Mali</dc:creator>
  <cp:lastModifiedBy>Atharvaraj Mali</cp:lastModifiedBy>
  <cp:revision>11</cp:revision>
  <dcterms:created xsi:type="dcterms:W3CDTF">2026-09-25T16:02:41Z</dcterms:created>
  <dcterms:modified xsi:type="dcterms:W3CDTF">2026-10-06T17:14:47Z</dcterms:modified>
</cp:coreProperties>
</file>